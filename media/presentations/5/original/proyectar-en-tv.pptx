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9" r:id="rId2"/>
    <p:sldId id="319" r:id="rId3"/>
    <p:sldId id="320" r:id="rId4"/>
    <p:sldId id="321" r:id="rId5"/>
    <p:sldId id="308" r:id="rId6"/>
    <p:sldId id="311" r:id="rId7"/>
    <p:sldId id="318" r:id="rId8"/>
    <p:sldId id="312" r:id="rId9"/>
    <p:sldId id="310" r:id="rId10"/>
    <p:sldId id="322" r:id="rId11"/>
    <p:sldId id="277" r:id="rId12"/>
    <p:sldId id="284" r:id="rId13"/>
    <p:sldId id="275" r:id="rId14"/>
    <p:sldId id="258" r:id="rId15"/>
    <p:sldId id="299" r:id="rId16"/>
    <p:sldId id="317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8E1E715-48A3-4CBF-A3A4-E6615BA4B2EF}">
          <p14:sldIdLst>
            <p14:sldId id="259"/>
            <p14:sldId id="319"/>
            <p14:sldId id="320"/>
            <p14:sldId id="321"/>
            <p14:sldId id="308"/>
            <p14:sldId id="311"/>
            <p14:sldId id="318"/>
            <p14:sldId id="312"/>
            <p14:sldId id="310"/>
            <p14:sldId id="322"/>
            <p14:sldId id="277"/>
            <p14:sldId id="284"/>
            <p14:sldId id="275"/>
            <p14:sldId id="258"/>
            <p14:sldId id="299"/>
            <p14:sldId id="317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40"/>
    <a:srgbClr val="1B84C7"/>
    <a:srgbClr val="D9E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180F3F-0ADC-4261-99CB-2E52C2F8B7C5}" v="117" dt="2026-08-06T12:01:27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81" d="100"/>
          <a:sy n="81" d="100"/>
        </p:scale>
        <p:origin x="9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Marin" userId="ec9313d0-0dff-4ae1-92bf-17eb154c6eee" providerId="ADAL" clId="{53957986-D862-4BCD-9E8C-ED44C6FC7E40}"/>
    <pc:docChg chg="undo redo custSel addSld delSld modSld sldOrd delMainMaster modMainMaster modSection">
      <pc:chgData name="Cristian Marin" userId="ec9313d0-0dff-4ae1-92bf-17eb154c6eee" providerId="ADAL" clId="{53957986-D862-4BCD-9E8C-ED44C6FC7E40}" dt="2026-09-09T12:00:10.636" v="6445" actId="34476"/>
      <pc:docMkLst>
        <pc:docMk/>
      </pc:docMkLst>
      <pc:sldChg chg="delSp modSp add mod ord modShow">
        <pc:chgData name="Cristian Marin" userId="ec9313d0-0dff-4ae1-92bf-17eb154c6eee" providerId="ADAL" clId="{53957986-D862-4BCD-9E8C-ED44C6FC7E40}" dt="2026-08-14T11:57:08.294" v="6282" actId="729"/>
        <pc:sldMkLst>
          <pc:docMk/>
          <pc:sldMk cId="0" sldId="258"/>
        </pc:sldMkLst>
      </pc:sldChg>
      <pc:sldChg chg="modSp add mod modTransition modShow">
        <pc:chgData name="Cristian Marin" userId="ec9313d0-0dff-4ae1-92bf-17eb154c6eee" providerId="ADAL" clId="{53957986-D862-4BCD-9E8C-ED44C6FC7E40}" dt="2026-09-09T11:53:49.682" v="6414" actId="729"/>
        <pc:sldMkLst>
          <pc:docMk/>
          <pc:sldMk cId="0" sldId="259"/>
        </pc:sldMkLst>
      </pc:sldChg>
      <pc:sldChg chg="mod modTransition modShow">
        <pc:chgData name="Cristian Marin" userId="ec9313d0-0dff-4ae1-92bf-17eb154c6eee" providerId="ADAL" clId="{53957986-D862-4BCD-9E8C-ED44C6FC7E40}" dt="2026-08-14T12:08:27.597" v="6293" actId="729"/>
        <pc:sldMkLst>
          <pc:docMk/>
          <pc:sldMk cId="2137794845" sldId="273"/>
        </pc:sldMkLst>
      </pc:sldChg>
      <pc:sldChg chg="addSp delSp modSp add del mod modTransition modShow">
        <pc:chgData name="Cristian Marin" userId="ec9313d0-0dff-4ae1-92bf-17eb154c6eee" providerId="ADAL" clId="{53957986-D862-4BCD-9E8C-ED44C6FC7E40}" dt="2026-09-09T11:59:49.612" v="6444" actId="208"/>
        <pc:sldMkLst>
          <pc:docMk/>
          <pc:sldMk cId="447266144" sldId="277"/>
        </pc:sldMkLst>
        <pc:spChg chg="mod">
          <ac:chgData name="Cristian Marin" userId="ec9313d0-0dff-4ae1-92bf-17eb154c6eee" providerId="ADAL" clId="{53957986-D862-4BCD-9E8C-ED44C6FC7E40}" dt="2026-09-09T11:59:49.612" v="6444" actId="208"/>
          <ac:spMkLst>
            <pc:docMk/>
            <pc:sldMk cId="447266144" sldId="277"/>
            <ac:spMk id="5" creationId="{182DA884-714C-0FAE-6515-094B199013C8}"/>
          </ac:spMkLst>
        </pc:spChg>
        <pc:picChg chg="add del ord">
          <ac:chgData name="Cristian Marin" userId="ec9313d0-0dff-4ae1-92bf-17eb154c6eee" providerId="ADAL" clId="{53957986-D862-4BCD-9E8C-ED44C6FC7E40}" dt="2026-09-09T11:59:31.181" v="6442" actId="478"/>
          <ac:picMkLst>
            <pc:docMk/>
            <pc:sldMk cId="447266144" sldId="277"/>
            <ac:picMk id="3" creationId="{A34FBECF-0191-E6CA-CDEA-8E3D52F47989}"/>
          </ac:picMkLst>
        </pc:picChg>
        <pc:picChg chg="add ord">
          <ac:chgData name="Cristian Marin" userId="ec9313d0-0dff-4ae1-92bf-17eb154c6eee" providerId="ADAL" clId="{53957986-D862-4BCD-9E8C-ED44C6FC7E40}" dt="2026-09-09T11:59:23.160" v="6441" actId="13244"/>
          <ac:picMkLst>
            <pc:docMk/>
            <pc:sldMk cId="447266144" sldId="277"/>
            <ac:picMk id="4" creationId="{E208DA79-67F2-B0C0-435C-5AF785737C0F}"/>
          </ac:picMkLst>
        </pc:picChg>
      </pc:sldChg>
      <pc:sldChg chg="addSp delSp modSp mod ord modTransition setBg modShow">
        <pc:chgData name="Cristian Marin" userId="ec9313d0-0dff-4ae1-92bf-17eb154c6eee" providerId="ADAL" clId="{53957986-D862-4BCD-9E8C-ED44C6FC7E40}" dt="2026-09-09T12:00:10.636" v="6445" actId="34476"/>
        <pc:sldMkLst>
          <pc:docMk/>
          <pc:sldMk cId="0" sldId="299"/>
        </pc:sldMkLst>
      </pc:sldChg>
      <pc:sldChg chg="addSp delSp modSp add mod modTransition delAnim modAnim">
        <pc:chgData name="Cristian Marin" userId="ec9313d0-0dff-4ae1-92bf-17eb154c6eee" providerId="ADAL" clId="{53957986-D862-4BCD-9E8C-ED44C6FC7E40}" dt="2026-09-09T11:54:20.305" v="6417" actId="22"/>
        <pc:sldMkLst>
          <pc:docMk/>
          <pc:sldMk cId="4199239480" sldId="308"/>
        </pc:sldMkLst>
        <pc:spChg chg="add">
          <ac:chgData name="Cristian Marin" userId="ec9313d0-0dff-4ae1-92bf-17eb154c6eee" providerId="ADAL" clId="{53957986-D862-4BCD-9E8C-ED44C6FC7E40}" dt="2026-08-25T13:31:15.648" v="6350" actId="26606"/>
          <ac:spMkLst>
            <pc:docMk/>
            <pc:sldMk cId="4199239480" sldId="308"/>
            <ac:spMk id="628" creationId="{42A4FC2C-047E-45A5-965D-8E1E3BF09BC6}"/>
          </ac:spMkLst>
        </pc:spChg>
        <pc:picChg chg="add">
          <ac:chgData name="Cristian Marin" userId="ec9313d0-0dff-4ae1-92bf-17eb154c6eee" providerId="ADAL" clId="{53957986-D862-4BCD-9E8C-ED44C6FC7E40}" dt="2026-09-09T11:54:20.305" v="6417" actId="22"/>
          <ac:picMkLst>
            <pc:docMk/>
            <pc:sldMk cId="4199239480" sldId="308"/>
            <ac:picMk id="3" creationId="{411EA827-C30A-0715-6ABC-E09BF77CBDF8}"/>
          </ac:picMkLst>
        </pc:picChg>
        <pc:picChg chg="add del">
          <ac:chgData name="Cristian Marin" userId="ec9313d0-0dff-4ae1-92bf-17eb154c6eee" providerId="ADAL" clId="{53957986-D862-4BCD-9E8C-ED44C6FC7E40}" dt="2026-09-09T11:53:56.715" v="6416" actId="478"/>
          <ac:picMkLst>
            <pc:docMk/>
            <pc:sldMk cId="4199239480" sldId="308"/>
            <ac:picMk id="4" creationId="{15F97D59-C416-34E1-4632-C4241D315E4A}"/>
          </ac:picMkLst>
        </pc:picChg>
      </pc:sldChg>
      <pc:sldChg chg="addSp delSp modSp add mod ord modTransition modShow">
        <pc:chgData name="Cristian Marin" userId="ec9313d0-0dff-4ae1-92bf-17eb154c6eee" providerId="ADAL" clId="{53957986-D862-4BCD-9E8C-ED44C6FC7E40}" dt="2026-09-09T11:58:17.657" v="6439" actId="14100"/>
        <pc:sldMkLst>
          <pc:docMk/>
          <pc:sldMk cId="2451956433" sldId="310"/>
        </pc:sldMkLst>
        <pc:picChg chg="add del mod">
          <ac:chgData name="Cristian Marin" userId="ec9313d0-0dff-4ae1-92bf-17eb154c6eee" providerId="ADAL" clId="{53957986-D862-4BCD-9E8C-ED44C6FC7E40}" dt="2026-09-09T11:54:55.873" v="6421" actId="478"/>
          <ac:picMkLst>
            <pc:docMk/>
            <pc:sldMk cId="2451956433" sldId="310"/>
            <ac:picMk id="3" creationId="{A4C91A79-1C5B-3127-7B08-79173640BA2D}"/>
          </ac:picMkLst>
        </pc:picChg>
        <pc:picChg chg="add mod">
          <ac:chgData name="Cristian Marin" userId="ec9313d0-0dff-4ae1-92bf-17eb154c6eee" providerId="ADAL" clId="{53957986-D862-4BCD-9E8C-ED44C6FC7E40}" dt="2026-09-09T11:57:19.297" v="6433" actId="1076"/>
          <ac:picMkLst>
            <pc:docMk/>
            <pc:sldMk cId="2451956433" sldId="310"/>
            <ac:picMk id="4" creationId="{3CAFA97D-F506-0CD7-0305-926BE4F90567}"/>
          </ac:picMkLst>
        </pc:picChg>
        <pc:picChg chg="add mod">
          <ac:chgData name="Cristian Marin" userId="ec9313d0-0dff-4ae1-92bf-17eb154c6eee" providerId="ADAL" clId="{53957986-D862-4BCD-9E8C-ED44C6FC7E40}" dt="2026-09-09T11:57:43.207" v="6436" actId="14100"/>
          <ac:picMkLst>
            <pc:docMk/>
            <pc:sldMk cId="2451956433" sldId="310"/>
            <ac:picMk id="6" creationId="{B2DA3AB8-632B-D04B-7B55-F7039BF12BD1}"/>
          </ac:picMkLst>
        </pc:picChg>
        <pc:picChg chg="add mod">
          <ac:chgData name="Cristian Marin" userId="ec9313d0-0dff-4ae1-92bf-17eb154c6eee" providerId="ADAL" clId="{53957986-D862-4BCD-9E8C-ED44C6FC7E40}" dt="2026-09-09T11:58:17.657" v="6439" actId="14100"/>
          <ac:picMkLst>
            <pc:docMk/>
            <pc:sldMk cId="2451956433" sldId="310"/>
            <ac:picMk id="8" creationId="{EDD00210-8C89-6FC3-A4F2-70893EDF2F7F}"/>
          </ac:picMkLst>
        </pc:picChg>
      </pc:sldChg>
      <pc:sldChg chg="addSp delSp modSp add del mod modTransition">
        <pc:chgData name="Cristian Marin" userId="ec9313d0-0dff-4ae1-92bf-17eb154c6eee" providerId="ADAL" clId="{53957986-D862-4BCD-9E8C-ED44C6FC7E40}" dt="2026-09-09T11:56:31.394" v="6430" actId="14100"/>
        <pc:sldMkLst>
          <pc:docMk/>
          <pc:sldMk cId="1431306274" sldId="312"/>
        </pc:sldMkLst>
        <pc:spChg chg="add">
          <ac:chgData name="Cristian Marin" userId="ec9313d0-0dff-4ae1-92bf-17eb154c6eee" providerId="ADAL" clId="{53957986-D862-4BCD-9E8C-ED44C6FC7E40}" dt="2026-08-25T13:31:54.826" v="6353" actId="26606"/>
          <ac:spMkLst>
            <pc:docMk/>
            <pc:sldMk cId="1431306274" sldId="312"/>
            <ac:spMk id="363" creationId="{42A4FC2C-047E-45A5-965D-8E1E3BF09BC6}"/>
          </ac:spMkLst>
        </pc:spChg>
        <pc:picChg chg="add mod">
          <ac:chgData name="Cristian Marin" userId="ec9313d0-0dff-4ae1-92bf-17eb154c6eee" providerId="ADAL" clId="{53957986-D862-4BCD-9E8C-ED44C6FC7E40}" dt="2026-09-09T11:55:27.488" v="6424" actId="1076"/>
          <ac:picMkLst>
            <pc:docMk/>
            <pc:sldMk cId="1431306274" sldId="312"/>
            <ac:picMk id="3" creationId="{888BC182-743A-3E55-7310-FE0C86A52A85}"/>
          </ac:picMkLst>
        </pc:picChg>
        <pc:picChg chg="add del mod">
          <ac:chgData name="Cristian Marin" userId="ec9313d0-0dff-4ae1-92bf-17eb154c6eee" providerId="ADAL" clId="{53957986-D862-4BCD-9E8C-ED44C6FC7E40}" dt="2026-09-09T11:54:53.965" v="6420" actId="478"/>
          <ac:picMkLst>
            <pc:docMk/>
            <pc:sldMk cId="1431306274" sldId="312"/>
            <ac:picMk id="4" creationId="{C4075E20-826C-A2F3-BFF8-680021F9C03B}"/>
          </ac:picMkLst>
        </pc:picChg>
        <pc:picChg chg="add mod">
          <ac:chgData name="Cristian Marin" userId="ec9313d0-0dff-4ae1-92bf-17eb154c6eee" providerId="ADAL" clId="{53957986-D862-4BCD-9E8C-ED44C6FC7E40}" dt="2026-09-09T11:55:53.564" v="6427" actId="1076"/>
          <ac:picMkLst>
            <pc:docMk/>
            <pc:sldMk cId="1431306274" sldId="312"/>
            <ac:picMk id="6" creationId="{508AC43C-F28B-D777-777F-EB5085350F84}"/>
          </ac:picMkLst>
        </pc:picChg>
        <pc:picChg chg="add mod">
          <ac:chgData name="Cristian Marin" userId="ec9313d0-0dff-4ae1-92bf-17eb154c6eee" providerId="ADAL" clId="{53957986-D862-4BCD-9E8C-ED44C6FC7E40}" dt="2026-09-09T11:56:31.394" v="6430" actId="14100"/>
          <ac:picMkLst>
            <pc:docMk/>
            <pc:sldMk cId="1431306274" sldId="312"/>
            <ac:picMk id="8" creationId="{49AD5E33-656F-FF0E-B7E7-9A4902BEA414}"/>
          </ac:picMkLst>
        </pc:picChg>
      </pc:sldChg>
      <pc:sldChg chg="mod modTransition modShow">
        <pc:chgData name="Cristian Marin" userId="ec9313d0-0dff-4ae1-92bf-17eb154c6eee" providerId="ADAL" clId="{53957986-D862-4BCD-9E8C-ED44C6FC7E40}" dt="2026-08-25T13:38:57.311" v="6384" actId="729"/>
        <pc:sldMkLst>
          <pc:docMk/>
          <pc:sldMk cId="1574613574" sldId="317"/>
        </pc:sldMkLst>
      </pc:sldChg>
      <pc:sldChg chg="addSp delSp modSp add mod ord modTransition modShow">
        <pc:chgData name="Cristian Marin" userId="ec9313d0-0dff-4ae1-92bf-17eb154c6eee" providerId="ADAL" clId="{53957986-D862-4BCD-9E8C-ED44C6FC7E40}" dt="2026-09-09T11:54:49.630" v="6419" actId="22"/>
        <pc:sldMkLst>
          <pc:docMk/>
          <pc:sldMk cId="3446202541" sldId="318"/>
        </pc:sldMkLst>
        <pc:picChg chg="add">
          <ac:chgData name="Cristian Marin" userId="ec9313d0-0dff-4ae1-92bf-17eb154c6eee" providerId="ADAL" clId="{53957986-D862-4BCD-9E8C-ED44C6FC7E40}" dt="2026-09-09T11:54:49.630" v="6419" actId="22"/>
          <ac:picMkLst>
            <pc:docMk/>
            <pc:sldMk cId="3446202541" sldId="318"/>
            <ac:picMk id="3" creationId="{F7806877-BEBC-63C6-464E-E024F79BFFFC}"/>
          </ac:picMkLst>
        </pc:picChg>
        <pc:picChg chg="add del">
          <ac:chgData name="Cristian Marin" userId="ec9313d0-0dff-4ae1-92bf-17eb154c6eee" providerId="ADAL" clId="{53957986-D862-4BCD-9E8C-ED44C6FC7E40}" dt="2026-09-09T11:54:28.762" v="6418" actId="478"/>
          <ac:picMkLst>
            <pc:docMk/>
            <pc:sldMk cId="3446202541" sldId="318"/>
            <ac:picMk id="4" creationId="{13A4FF6C-D453-36BA-B5AD-96FC25436F94}"/>
          </ac:picMkLst>
        </pc:picChg>
      </pc:sldChg>
      <pc:sldChg chg="modSp add mod modTransition modShow">
        <pc:chgData name="Cristian Marin" userId="ec9313d0-0dff-4ae1-92bf-17eb154c6eee" providerId="ADAL" clId="{53957986-D862-4BCD-9E8C-ED44C6FC7E40}" dt="2026-09-09T11:53:52.218" v="6415" actId="729"/>
        <pc:sldMkLst>
          <pc:docMk/>
          <pc:sldMk cId="0" sldId="319"/>
        </pc:sldMkLst>
      </pc:sldChg>
      <pc:sldChg chg="addSp delSp modSp add mod modShow">
        <pc:chgData name="Cristian Marin" userId="ec9313d0-0dff-4ae1-92bf-17eb154c6eee" providerId="ADAL" clId="{53957986-D862-4BCD-9E8C-ED44C6FC7E40}" dt="2026-08-14T11:51:42.597" v="6247" actId="729"/>
        <pc:sldMkLst>
          <pc:docMk/>
          <pc:sldMk cId="1866089972" sldId="320"/>
        </pc:sldMkLst>
      </pc:sldChg>
      <pc:sldChg chg="addSp delSp modSp add mod modShow">
        <pc:chgData name="Cristian Marin" userId="ec9313d0-0dff-4ae1-92bf-17eb154c6eee" providerId="ADAL" clId="{53957986-D862-4BCD-9E8C-ED44C6FC7E40}" dt="2026-08-14T11:51:45.009" v="6248" actId="729"/>
        <pc:sldMkLst>
          <pc:docMk/>
          <pc:sldMk cId="2263406122" sldId="321"/>
        </pc:sldMkLst>
      </pc:sldChg>
      <pc:sldChg chg="addSp delSp modSp add mod modShow">
        <pc:chgData name="Cristian Marin" userId="ec9313d0-0dff-4ae1-92bf-17eb154c6eee" providerId="ADAL" clId="{53957986-D862-4BCD-9E8C-ED44C6FC7E40}" dt="2026-09-02T11:57:41.712" v="6406" actId="729"/>
        <pc:sldMkLst>
          <pc:docMk/>
          <pc:sldMk cId="475118539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D203E-94C3-49A3-8347-01A101B154F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B27991-259A-4951-A5AF-2A087AE3272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5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 de aniversario Cigar Rings.
[Sources]
Visual on this slide was generated with Microsoft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 de aniversario Cigar Rings. Texto adaptado del contenido suministrado por el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FF50-EB09-2889-82AD-77D6589E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F890C-D5DB-4A7F-2458-60B475ACD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C014B-34C3-CD54-844A-BD94E2C49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 de aniversario Cigar Rings. Texto adaptado del contenido suministrado por el usuario.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006BF-BD46-7F6F-01CC-4CECCCD16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2243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EFDDD-E219-F57B-7DFD-3185EE38B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04520-0BEC-6ADC-7615-5A209C1254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1E026-AA8A-9E76-E23F-CE2585581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Tarjeta de aniversario Cigar Rings. Texto adaptado del contenido suministrado por el usuario.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DCA7B-914A-1D8C-0459-5387380CC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19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D9CF8-CAE7-C0FF-F0D7-CF274C8C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95746A-A424-3F79-A86D-174197E55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2520B39-3779-41BD-DF20-F05C6D285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CBB2EC-F5A1-F177-0567-77C9591DEF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90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E157-68A2-10D0-00F9-F3453BE3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BC5F02-BEE4-DC73-4607-22F0C5E4C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84E4054-6A58-AF56-01EB-A65E6A64D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D9FB599-112D-B1C6-4F8A-7416CCD81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12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487C1-1BDF-3EAF-65E0-6C66B6D1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5291D7-A657-B642-E448-0393756E5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D81EC1-4231-BA46-F377-9FB2BB517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E57840-3249-41DA-74CD-679FAE274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18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1253D-4DCC-0FA8-9DEF-1E3A40B49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6C567D-4D29-7192-2B5C-3F37CB385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D030FB7-38AA-62BA-B780-D09806173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A68F172-1B97-145D-4F73-767144423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67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8826-BBBE-5668-6EEE-E7E8814F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B2EE2C5-7E32-2DE5-1A9E-320C61D42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F34C79-C940-973C-FAD0-CBDF3A419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33FED9-D205-579F-4B89-5A803FBA83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041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8838B-5993-5264-A7B4-B2853C916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09A7B34-0C83-368E-0CF1-4AE90B745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5BF473-52C5-EB95-45F7-E23A39231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9E8710-652F-9EF8-8319-EA5BDBF07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46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8D7D-6A5C-0EEB-077F-A94013B8A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054F3AF-17E9-AD0A-28D5-474D92455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106E2D7-C687-AC61-97B6-E21B24C39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36A8A1-6303-43E2-615F-D4187B211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2DD904-7A67-41A4-AF42-6CEE72556EF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3435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2844-F7E6-5A45-5406-B413F91B2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869EB7-93C2-B11F-653B-21247183A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A3B070-8F88-06BF-95D3-DBDD73C92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7B78765-F533-E109-2D7C-DC7F2CA5D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26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ABEB-82E3-C1B2-5DFA-7E97D3028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4ED8E50-B8F7-4FE0-9218-A0BAF9139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731558-6423-C657-EA5D-04FB13718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CFB8747-CA74-449C-B8C4-AEF9A6343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B27991-259A-4951-A5AF-2A087AE327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3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CDBBB-C600-497E-FF68-57E389463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533746-9689-7365-0129-6F1B2E72A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0DF26E-589C-E924-EBD0-1C3B47A4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9CCDF0-3740-A940-1A31-41109E7BD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0AE84F-45B9-7672-CCC5-370D64CA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55BEA-8034-B2FD-94E3-25D98A78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5F991E-4A8A-54C9-BE69-31169A15D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3D9AA9-9C72-1AA6-DE74-457CBA613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A5D5BB-ADCB-7D70-BC21-83109105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25CE27-1BE8-5632-621B-EDB26A72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5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4FEA4-3AFF-9ACF-AA11-3BFFE3C13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393D558-5D02-64AB-8D13-E1E249580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69C40E-B02F-26A6-5949-1D329B988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3EB265-5F91-CBB7-AA77-8556752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78CAB9-4E9A-BD7F-FE12-5EB71749A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8ABCE-A56F-C527-5138-29579673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08641E-C8F2-BDC9-5668-8133A4168E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1D865C-FF58-6309-1491-FA1CB4938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479D78B-3677-9138-7D30-402C2945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E33648-1060-C5E9-5902-97098DF0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3F400A-B332-9EBA-5636-5CADE0B1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2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46BF7-5471-64C2-9ECD-5314D03B0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CDD0352-F5A7-C6B5-924E-192A08041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5FB3A4-DBE9-B06F-7447-A40933002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A4886F-693A-D57F-BBB0-77D66D226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FA13F3-2359-6702-5236-AA48588B5B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F7A44F2-CB2C-59CD-DD60-3E6D50909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34903E-5959-D8AD-56C1-1CEEC2D5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EF1B152-BA01-3239-1F38-1292DF1D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27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D8AD7-5693-6FC2-7C83-7276124B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D8A5207-4939-A433-D412-347FA42C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573CA0-B63A-5A67-4817-F194F157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77A53C4-DBB7-7FF8-0DD2-F6B3F96B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2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E600FBF-6800-7F37-5C62-39B98A25D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9DEB412-EBB2-0EA4-9279-53F8FDE78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081626-8B0B-D090-0D61-2E9DBB8F4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78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A1AF0-4DC9-7B45-601E-AAFAEF56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25BFF1-3DAA-E951-0ACB-82C804780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51FA087-2F89-A935-13C2-DA9AC3DF9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9CC0B8-8937-9E7A-D99B-EBD56D82A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4053A8-61C7-2916-FE8A-FC57E6C3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E6501D-001C-619B-FBAF-2C008D5E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79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516D2-FB7D-757A-21E8-B3510E66D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A963E5-0EAE-CDD6-3DF7-72C5B36CB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DE7F78-D4A5-A533-9A89-451091931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1E9E61-88E7-4342-5609-5DDBE782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D0116C-708F-3D63-456D-F5D8A7C7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DCE1FC-65B0-A8AA-7E81-C211327C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48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634A0-F5F1-BE73-2280-DDC762D4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1D2DE60-1472-5B4D-83DF-97CEEAF550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E4BB0C3-C102-0A8B-0489-F31FABD9C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46822E-11D9-AED9-AB94-11FFF315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CE92C1-59CC-5B4A-F0F2-10937D45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1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0CBCD4-F6FA-7CF9-1EE0-095905256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99107-C721-8ABF-6563-737E39C96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72D444-495D-6AB7-0DCA-151C2DC8F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6FA2FF-B1D8-06C1-416B-3E261ACA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C196EB-59EE-DAEB-7F66-E39BC435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90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C191CB5-1B72-D028-59E6-BC592EDF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D628A4-2336-32DE-144C-C175B9C3D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2AF16F-181D-FF0F-708A-BBD51E0970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AF60A2-111B-4A58-BA90-FB7953AD88BC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AD59E6-BC46-3662-EF70-7B6C5EB00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849702-A9AC-C6D0-401D-D2568ACE4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4B327E-BE90-4545-9BF4-51261F286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1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jpeg"/><Relationship Id="rId4" Type="http://schemas.openxmlformats.org/officeDocument/2006/relationships/image" Target="../media/image2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10" Type="http://schemas.openxmlformats.org/officeDocument/2006/relationships/image" Target="../media/image32.jpeg"/><Relationship Id="rId4" Type="http://schemas.openxmlformats.org/officeDocument/2006/relationships/image" Target="../media/image26.jpeg"/><Relationship Id="rId9" Type="http://schemas.openxmlformats.org/officeDocument/2006/relationships/image" Target="../media/image3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"/>
          <p:cNvSpPr/>
          <p:nvPr/>
        </p:nvSpPr>
        <p:spPr>
          <a:xfrm>
            <a:off x="7991856" y="0"/>
            <a:ext cx="164592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foto"/>
          <p:cNvPicPr>
            <a:picLocks/>
          </p:cNvPicPr>
          <p:nvPr/>
        </p:nvPicPr>
        <p:blipFill>
          <a:blip r:embed="rId3"/>
          <a:srcRect l="30400" r="30400"/>
          <a:stretch>
            <a:fillRect/>
          </a:stretch>
        </p:blipFill>
        <p:spPr>
          <a:xfrm>
            <a:off x="8156448" y="0"/>
            <a:ext cx="4035552" cy="6858000"/>
          </a:xfrm>
          <a:prstGeom prst="rect">
            <a:avLst/>
          </a:prstGeom>
        </p:spPr>
      </p:pic>
      <p:sp>
        <p:nvSpPr>
          <p:cNvPr id="6" name="r"/>
          <p:cNvSpPr/>
          <p:nvPr/>
        </p:nvSpPr>
        <p:spPr>
          <a:xfrm>
            <a:off x="8156448" y="0"/>
            <a:ext cx="4035552" cy="6858000"/>
          </a:xfrm>
          <a:prstGeom prst="rect">
            <a:avLst/>
          </a:prstGeom>
          <a:solidFill>
            <a:srgbClr val="066D41">
              <a:alpha val="72000"/>
            </a:srgbClr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"/>
          <p:cNvSpPr/>
          <p:nvPr/>
        </p:nvSpPr>
        <p:spPr>
          <a:xfrm>
            <a:off x="8641080" y="713232"/>
            <a:ext cx="29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CIGAR RINGS</a:t>
            </a:r>
          </a:p>
        </p:txBody>
      </p:sp>
      <p:sp>
        <p:nvSpPr>
          <p:cNvPr id="8" name="e"/>
          <p:cNvSpPr/>
          <p:nvPr/>
        </p:nvSpPr>
        <p:spPr>
          <a:xfrm>
            <a:off x="8659368" y="5285232"/>
            <a:ext cx="146304" cy="146304"/>
          </a:xfrm>
          <a:prstGeom prst="ellipse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e"/>
          <p:cNvSpPr/>
          <p:nvPr/>
        </p:nvSpPr>
        <p:spPr>
          <a:xfrm>
            <a:off x="9509760" y="476402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e"/>
          <p:cNvSpPr/>
          <p:nvPr/>
        </p:nvSpPr>
        <p:spPr>
          <a:xfrm>
            <a:off x="11082528" y="3685032"/>
            <a:ext cx="146304" cy="146304"/>
          </a:xfrm>
          <a:prstGeom prst="ellipse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l"/>
          <p:cNvSpPr/>
          <p:nvPr/>
        </p:nvSpPr>
        <p:spPr>
          <a:xfrm>
            <a:off x="502920" y="347472"/>
            <a:ext cx="710000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676656"/>
            <a:ext cx="1005840" cy="1218082"/>
          </a:xfrm>
          <a:prstGeom prst="rect">
            <a:avLst/>
          </a:prstGeom>
        </p:spPr>
      </p:pic>
      <p:sp>
        <p:nvSpPr>
          <p:cNvPr id="13" name="t"/>
          <p:cNvSpPr/>
          <p:nvPr/>
        </p:nvSpPr>
        <p:spPr>
          <a:xfrm>
            <a:off x="658368" y="2130000"/>
            <a:ext cx="7000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C69200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ANIVERSARIO · 1 DE AGOSTO</a:t>
            </a:r>
          </a:p>
        </p:txBody>
      </p:sp>
      <p:sp>
        <p:nvSpPr>
          <p:cNvPr id="14" name="t"/>
          <p:cNvSpPr/>
          <p:nvPr/>
        </p:nvSpPr>
        <p:spPr>
          <a:xfrm>
            <a:off x="658368" y="2470000"/>
            <a:ext cx="22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0" b="0" i="0" u="none" strike="noStrike" kern="1200" cap="none" spc="0" normalizeH="0" baseline="0" noProof="0">
                <a:ln>
                  <a:noFill/>
                </a:ln>
                <a:solidFill>
                  <a:srgbClr val="066D4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21</a:t>
            </a:r>
          </a:p>
        </p:txBody>
      </p:sp>
      <p:sp>
        <p:nvSpPr>
          <p:cNvPr id="15" name="t"/>
          <p:cNvSpPr/>
          <p:nvPr/>
        </p:nvSpPr>
        <p:spPr>
          <a:xfrm>
            <a:off x="2860000" y="2470000"/>
            <a:ext cx="47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0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años haciendo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0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visibles las marcas</a:t>
            </a:r>
          </a:p>
        </p:txBody>
      </p:sp>
      <p:sp>
        <p:nvSpPr>
          <p:cNvPr id="16" name="l"/>
          <p:cNvSpPr/>
          <p:nvPr/>
        </p:nvSpPr>
        <p:spPr>
          <a:xfrm>
            <a:off x="658368" y="4300000"/>
            <a:ext cx="1920240" cy="0"/>
          </a:xfrm>
          <a:prstGeom prst="line">
            <a:avLst/>
          </a:prstGeom>
          <a:noFill/>
          <a:ln w="27940">
            <a:solidFill>
              <a:srgbClr val="066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"/>
          <p:cNvSpPr/>
          <p:nvPr/>
        </p:nvSpPr>
        <p:spPr>
          <a:xfrm>
            <a:off x="658368" y="4560000"/>
            <a:ext cx="672084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Celebrando 21 años haciendo visibles las marcas con elegancia, calidad y pasión por las artes gráficas.</a:t>
            </a:r>
          </a:p>
        </p:txBody>
      </p:sp>
      <p:sp>
        <p:nvSpPr>
          <p:cNvPr id="18" name="t"/>
          <p:cNvSpPr/>
          <p:nvPr/>
        </p:nvSpPr>
        <p:spPr>
          <a:xfrm>
            <a:off x="658368" y="5980176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Calidad, elegancia y pasión por imprimir grandes marcas.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/>
    </mc:Choice>
    <mc:Fallback>
      <p:transition spd="slow" advClick="0" advTm="2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l"/>
          <p:cNvSpPr/>
          <p:nvPr/>
        </p:nvSpPr>
        <p:spPr>
          <a:xfrm>
            <a:off x="658368" y="347472"/>
            <a:ext cx="10561192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"/>
          <p:cNvSpPr/>
          <p:nvPr/>
        </p:nvSpPr>
        <p:spPr>
          <a:xfrm>
            <a:off x="658368" y="731520"/>
            <a:ext cx="7000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C69200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21 ANIVERSARIO · CIGAR RINGS</a:t>
            </a:r>
          </a:p>
        </p:txBody>
      </p:sp>
      <p:sp>
        <p:nvSpPr>
          <p:cNvPr id="6" name="t"/>
          <p:cNvSpPr/>
          <p:nvPr/>
        </p:nvSpPr>
        <p:spPr>
          <a:xfrm>
            <a:off x="658368" y="1097280"/>
            <a:ext cx="800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600" b="0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Honramos nuestra historia</a:t>
            </a:r>
          </a:p>
        </p:txBody>
      </p:sp>
      <p:sp>
        <p:nvSpPr>
          <p:cNvPr id="7" name="t"/>
          <p:cNvSpPr/>
          <p:nvPr/>
        </p:nvSpPr>
        <p:spPr>
          <a:xfrm>
            <a:off x="658368" y="1874520"/>
            <a:ext cx="96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Celebramos lo construido y renovamos el compromiso de seguir imprimiendo excelencia en cada detalle.</a:t>
            </a:r>
          </a:p>
        </p:txBody>
      </p:sp>
      <p:sp>
        <p:nvSpPr>
          <p:cNvPr id="10" name="card"/>
          <p:cNvSpPr/>
          <p:nvPr/>
        </p:nvSpPr>
        <p:spPr>
          <a:xfrm>
            <a:off x="658368" y="256032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acc"/>
          <p:cNvSpPr/>
          <p:nvPr/>
        </p:nvSpPr>
        <p:spPr>
          <a:xfrm>
            <a:off x="658368" y="2560320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"/>
          <p:cNvSpPr/>
          <p:nvPr/>
        </p:nvSpPr>
        <p:spPr>
          <a:xfrm>
            <a:off x="978408" y="28803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Gracias a nuestros clientes y aliados</a:t>
            </a:r>
          </a:p>
        </p:txBody>
      </p:sp>
      <p:sp>
        <p:nvSpPr>
          <p:cNvPr id="13" name="t"/>
          <p:cNvSpPr/>
          <p:nvPr/>
        </p:nvSpPr>
        <p:spPr>
          <a:xfrm>
            <a:off x="978408" y="361188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Por su confianza y por acompañarnos en este camino de crecimiento.</a:t>
            </a:r>
          </a:p>
        </p:txBody>
      </p:sp>
      <p:sp>
        <p:nvSpPr>
          <p:cNvPr id="14" name="card"/>
          <p:cNvSpPr/>
          <p:nvPr/>
        </p:nvSpPr>
        <p:spPr>
          <a:xfrm>
            <a:off x="4270248" y="256032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cc"/>
          <p:cNvSpPr/>
          <p:nvPr/>
        </p:nvSpPr>
        <p:spPr>
          <a:xfrm>
            <a:off x="4270248" y="2560320"/>
            <a:ext cx="45720" cy="18288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"/>
          <p:cNvSpPr/>
          <p:nvPr/>
        </p:nvSpPr>
        <p:spPr>
          <a:xfrm>
            <a:off x="4590288" y="28803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Gracias a nuestro equipo</a:t>
            </a:r>
          </a:p>
        </p:txBody>
      </p:sp>
      <p:sp>
        <p:nvSpPr>
          <p:cNvPr id="17" name="t"/>
          <p:cNvSpPr/>
          <p:nvPr/>
        </p:nvSpPr>
        <p:spPr>
          <a:xfrm>
            <a:off x="4590288" y="361188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Por su entrega, disciplina, talento y pasión por hacer visibles las marcas.</a:t>
            </a:r>
          </a:p>
        </p:txBody>
      </p:sp>
      <p:sp>
        <p:nvSpPr>
          <p:cNvPr id="18" name="card"/>
          <p:cNvSpPr/>
          <p:nvPr/>
        </p:nvSpPr>
        <p:spPr>
          <a:xfrm>
            <a:off x="7882128" y="2560320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acc"/>
          <p:cNvSpPr/>
          <p:nvPr/>
        </p:nvSpPr>
        <p:spPr>
          <a:xfrm>
            <a:off x="7882128" y="2560320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"/>
          <p:cNvSpPr/>
          <p:nvPr/>
        </p:nvSpPr>
        <p:spPr>
          <a:xfrm>
            <a:off x="8202168" y="28803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Seguimos avanzando</a:t>
            </a:r>
          </a:p>
        </p:txBody>
      </p:sp>
      <p:sp>
        <p:nvSpPr>
          <p:cNvPr id="21" name="t"/>
          <p:cNvSpPr/>
          <p:nvPr/>
        </p:nvSpPr>
        <p:spPr>
          <a:xfrm>
            <a:off x="8202168" y="361188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Con la misma pasión que nos vio nacer y el compromiso de imprimir excelencia.</a:t>
            </a:r>
          </a:p>
        </p:txBody>
      </p:sp>
      <p:sp>
        <p:nvSpPr>
          <p:cNvPr id="22" name="l"/>
          <p:cNvSpPr/>
          <p:nvPr/>
        </p:nvSpPr>
        <p:spPr>
          <a:xfrm>
            <a:off x="658368" y="4846320"/>
            <a:ext cx="1920240" cy="0"/>
          </a:xfrm>
          <a:prstGeom prst="line">
            <a:avLst/>
          </a:prstGeom>
          <a:noFill/>
          <a:ln w="27940">
            <a:solidFill>
              <a:srgbClr val="066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"/>
          <p:cNvSpPr/>
          <p:nvPr/>
        </p:nvSpPr>
        <p:spPr>
          <a:xfrm>
            <a:off x="658368" y="5120640"/>
            <a:ext cx="960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200" b="0" i="0" u="none" strike="noStrike" kern="1200" cap="none" spc="0" normalizeH="0" baseline="0" noProof="0">
                <a:ln>
                  <a:noFill/>
                </a:ln>
                <a:solidFill>
                  <a:srgbClr val="066D4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¡Feliz 21 aniversario, Cigar Rings!</a:t>
            </a:r>
          </a:p>
        </p:txBody>
      </p:sp>
      <p:sp>
        <p:nvSpPr>
          <p:cNvPr id="24" name="t"/>
          <p:cNvSpPr/>
          <p:nvPr/>
        </p:nvSpPr>
        <p:spPr>
          <a:xfrm>
            <a:off x="658368" y="5943600"/>
            <a:ext cx="96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21 años de calidad, elegancia y pasión por imprimir grandes marcas.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5716A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65716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5411B398-8CFF-35E0-97D9-8369CD78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720" y="808279"/>
            <a:ext cx="1005840" cy="12180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0" advClick="0" advTm="20000"/>
    </mc:Choice>
    <mc:Fallback>
      <p:transition spd="slow" advClick="0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C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C4030-C55F-7C49-A901-7F7345AD7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>
            <a:extLst>
              <a:ext uri="{FF2B5EF4-FFF2-40B4-BE49-F238E27FC236}">
                <a16:creationId xmlns:a16="http://schemas.microsoft.com/office/drawing/2014/main" id="{FB246B81-407F-1074-8A54-3C37529CD0D0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A1218077-FF30-FD0A-8156-FDE7881B800B}"/>
              </a:ext>
            </a:extLst>
          </p:cNvPr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l">
            <a:extLst>
              <a:ext uri="{FF2B5EF4-FFF2-40B4-BE49-F238E27FC236}">
                <a16:creationId xmlns:a16="http://schemas.microsoft.com/office/drawing/2014/main" id="{B2401A70-1693-1E2C-7B61-A8463EE30D92}"/>
              </a:ext>
            </a:extLst>
          </p:cNvPr>
          <p:cNvSpPr/>
          <p:nvPr/>
        </p:nvSpPr>
        <p:spPr>
          <a:xfrm>
            <a:off x="658368" y="224921"/>
            <a:ext cx="10561192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3EC856DF-9CEF-9C6E-668E-05839BB216A6}"/>
              </a:ext>
            </a:extLst>
          </p:cNvPr>
          <p:cNvSpPr/>
          <p:nvPr/>
        </p:nvSpPr>
        <p:spPr>
          <a:xfrm>
            <a:off x="658368" y="731520"/>
            <a:ext cx="7000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C69200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PROMOCIONES· CIGAR RINGS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F5F643DF-A5F7-913E-6FD6-11AB3C30C4F7}"/>
              </a:ext>
            </a:extLst>
          </p:cNvPr>
          <p:cNvSpPr/>
          <p:nvPr/>
        </p:nvSpPr>
        <p:spPr>
          <a:xfrm>
            <a:off x="658368" y="1097280"/>
            <a:ext cx="800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600" dirty="0">
                <a:solidFill>
                  <a:srgbClr val="0F1111"/>
                </a:solidFill>
                <a:latin typeface="Georgia"/>
                <a:ea typeface="Georgia"/>
                <a:cs typeface="Georgia"/>
              </a:rPr>
              <a:t>Nuevas posiciones</a:t>
            </a:r>
            <a:endParaRPr kumimoji="0" lang="es-ES" sz="3600" b="0" i="0" u="none" strike="noStrike" kern="1200" cap="none" spc="0" normalizeH="0" baseline="0" noProof="0" dirty="0">
              <a:ln>
                <a:noFill/>
              </a:ln>
              <a:solidFill>
                <a:srgbClr val="0F1111"/>
              </a:solidFill>
              <a:effectLst/>
              <a:uLnTx/>
              <a:uFillTx/>
              <a:latin typeface="Georgia"/>
              <a:ea typeface="Georgia"/>
              <a:cs typeface="Georgia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C2690B38-16C5-0F38-A2CD-CE0C7A2726DF}"/>
              </a:ext>
            </a:extLst>
          </p:cNvPr>
          <p:cNvSpPr/>
          <p:nvPr/>
        </p:nvSpPr>
        <p:spPr>
          <a:xfrm>
            <a:off x="658368" y="1742542"/>
            <a:ext cx="96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Celebramos el éxito y el crecimiento de nuestros colaboradores.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AC8B2439-D386-CF21-6702-EC9F05D3CE9E}"/>
              </a:ext>
            </a:extLst>
          </p:cNvPr>
          <p:cNvSpPr/>
          <p:nvPr/>
        </p:nvSpPr>
        <p:spPr>
          <a:xfrm>
            <a:off x="658368" y="2183245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acc">
            <a:extLst>
              <a:ext uri="{FF2B5EF4-FFF2-40B4-BE49-F238E27FC236}">
                <a16:creationId xmlns:a16="http://schemas.microsoft.com/office/drawing/2014/main" id="{04EE6D79-217C-FB11-E852-BEFE5D5327C6}"/>
              </a:ext>
            </a:extLst>
          </p:cNvPr>
          <p:cNvSpPr/>
          <p:nvPr/>
        </p:nvSpPr>
        <p:spPr>
          <a:xfrm>
            <a:off x="658368" y="2183245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E8AE1A14-6922-FDB3-B343-2BB1391A4C9B}"/>
              </a:ext>
            </a:extLst>
          </p:cNvPr>
          <p:cNvSpPr/>
          <p:nvPr/>
        </p:nvSpPr>
        <p:spPr>
          <a:xfrm>
            <a:off x="978408" y="2277041"/>
            <a:ext cx="118893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Paola Luciano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D90CC711-3094-52BD-5DF8-F2ED9880974E}"/>
              </a:ext>
            </a:extLst>
          </p:cNvPr>
          <p:cNvSpPr/>
          <p:nvPr/>
        </p:nvSpPr>
        <p:spPr>
          <a:xfrm>
            <a:off x="880841" y="3017200"/>
            <a:ext cx="193293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Coordinadora de Operaciones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099580CF-0D1E-AFFF-0A71-84D50AC2DF17}"/>
              </a:ext>
            </a:extLst>
          </p:cNvPr>
          <p:cNvSpPr/>
          <p:nvPr/>
        </p:nvSpPr>
        <p:spPr>
          <a:xfrm>
            <a:off x="4270248" y="2183245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cc">
            <a:extLst>
              <a:ext uri="{FF2B5EF4-FFF2-40B4-BE49-F238E27FC236}">
                <a16:creationId xmlns:a16="http://schemas.microsoft.com/office/drawing/2014/main" id="{B4E0B536-3278-AAB5-3357-59BE0DDFB328}"/>
              </a:ext>
            </a:extLst>
          </p:cNvPr>
          <p:cNvSpPr/>
          <p:nvPr/>
        </p:nvSpPr>
        <p:spPr>
          <a:xfrm>
            <a:off x="4270248" y="2183245"/>
            <a:ext cx="45720" cy="18288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D6436515-9F84-7BCA-2B8F-7E9FBB9E5C92}"/>
              </a:ext>
            </a:extLst>
          </p:cNvPr>
          <p:cNvSpPr/>
          <p:nvPr/>
        </p:nvSpPr>
        <p:spPr>
          <a:xfrm>
            <a:off x="4590288" y="2277041"/>
            <a:ext cx="111517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Omarlin</a:t>
            </a: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 Veras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8800D5F5-D81F-CBED-8825-E3AD7971EA88}"/>
              </a:ext>
            </a:extLst>
          </p:cNvPr>
          <p:cNvSpPr/>
          <p:nvPr/>
        </p:nvSpPr>
        <p:spPr>
          <a:xfrm>
            <a:off x="4462272" y="3017200"/>
            <a:ext cx="133462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Técnico de Preprensa</a:t>
            </a:r>
          </a:p>
        </p:txBody>
      </p:sp>
      <p:sp>
        <p:nvSpPr>
          <p:cNvPr id="18" name="card">
            <a:extLst>
              <a:ext uri="{FF2B5EF4-FFF2-40B4-BE49-F238E27FC236}">
                <a16:creationId xmlns:a16="http://schemas.microsoft.com/office/drawing/2014/main" id="{4789C8C7-61BB-0CAA-6EF0-E5CC90A5EA51}"/>
              </a:ext>
            </a:extLst>
          </p:cNvPr>
          <p:cNvSpPr/>
          <p:nvPr/>
        </p:nvSpPr>
        <p:spPr>
          <a:xfrm>
            <a:off x="7882128" y="2183245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acc">
            <a:extLst>
              <a:ext uri="{FF2B5EF4-FFF2-40B4-BE49-F238E27FC236}">
                <a16:creationId xmlns:a16="http://schemas.microsoft.com/office/drawing/2014/main" id="{0888B164-B032-4F9C-AFC3-BF831E4FEDFA}"/>
              </a:ext>
            </a:extLst>
          </p:cNvPr>
          <p:cNvSpPr/>
          <p:nvPr/>
        </p:nvSpPr>
        <p:spPr>
          <a:xfrm>
            <a:off x="7882128" y="2183245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">
            <a:extLst>
              <a:ext uri="{FF2B5EF4-FFF2-40B4-BE49-F238E27FC236}">
                <a16:creationId xmlns:a16="http://schemas.microsoft.com/office/drawing/2014/main" id="{89A8E602-D55A-A7E0-1EF1-3E32CFFB4367}"/>
              </a:ext>
            </a:extLst>
          </p:cNvPr>
          <p:cNvSpPr/>
          <p:nvPr/>
        </p:nvSpPr>
        <p:spPr>
          <a:xfrm>
            <a:off x="8202168" y="2277041"/>
            <a:ext cx="138096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Adalberto García</a:t>
            </a:r>
          </a:p>
        </p:txBody>
      </p:sp>
      <p:sp>
        <p:nvSpPr>
          <p:cNvPr id="21" name="t">
            <a:extLst>
              <a:ext uri="{FF2B5EF4-FFF2-40B4-BE49-F238E27FC236}">
                <a16:creationId xmlns:a16="http://schemas.microsoft.com/office/drawing/2014/main" id="{A920B289-933B-28DC-DF24-16D3CC821105}"/>
              </a:ext>
            </a:extLst>
          </p:cNvPr>
          <p:cNvSpPr/>
          <p:nvPr/>
        </p:nvSpPr>
        <p:spPr>
          <a:xfrm>
            <a:off x="8070192" y="3017200"/>
            <a:ext cx="131736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Técnico de preparación de tintas</a:t>
            </a:r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AB0F76AD-2C58-3847-EA6F-A982F1CD8139}"/>
              </a:ext>
            </a:extLst>
          </p:cNvPr>
          <p:cNvSpPr/>
          <p:nvPr/>
        </p:nvSpPr>
        <p:spPr>
          <a:xfrm>
            <a:off x="658368" y="5883273"/>
            <a:ext cx="1920240" cy="0"/>
          </a:xfrm>
          <a:prstGeom prst="line">
            <a:avLst/>
          </a:prstGeom>
          <a:noFill/>
          <a:ln w="27940">
            <a:solidFill>
              <a:srgbClr val="066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C505961-A241-BA89-229C-F74BAE761B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585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65716A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65716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A3E7487-AA48-08E7-7E28-00766EC5A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720" y="883695"/>
            <a:ext cx="1005840" cy="1218082"/>
          </a:xfrm>
          <a:prstGeom prst="rect">
            <a:avLst/>
          </a:prstGeom>
        </p:spPr>
      </p:pic>
      <p:sp>
        <p:nvSpPr>
          <p:cNvPr id="9" name="card">
            <a:extLst>
              <a:ext uri="{FF2B5EF4-FFF2-40B4-BE49-F238E27FC236}">
                <a16:creationId xmlns:a16="http://schemas.microsoft.com/office/drawing/2014/main" id="{7E60A5A5-B61B-D20D-F37B-876A32930066}"/>
              </a:ext>
            </a:extLst>
          </p:cNvPr>
          <p:cNvSpPr/>
          <p:nvPr/>
        </p:nvSpPr>
        <p:spPr>
          <a:xfrm>
            <a:off x="659937" y="4098459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acc">
            <a:extLst>
              <a:ext uri="{FF2B5EF4-FFF2-40B4-BE49-F238E27FC236}">
                <a16:creationId xmlns:a16="http://schemas.microsoft.com/office/drawing/2014/main" id="{F985DA36-B73E-B086-0492-76A5F9A7B4A9}"/>
              </a:ext>
            </a:extLst>
          </p:cNvPr>
          <p:cNvSpPr/>
          <p:nvPr/>
        </p:nvSpPr>
        <p:spPr>
          <a:xfrm>
            <a:off x="659937" y="4098459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3F23001D-D2C5-315B-190A-08B457F180FB}"/>
              </a:ext>
            </a:extLst>
          </p:cNvPr>
          <p:cNvSpPr/>
          <p:nvPr/>
        </p:nvSpPr>
        <p:spPr>
          <a:xfrm>
            <a:off x="979977" y="4192255"/>
            <a:ext cx="118580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Yehudy</a:t>
            </a:r>
            <a:r>
              <a:rPr lang="es-ES" sz="1600" b="1" dirty="0">
                <a:solidFill>
                  <a:srgbClr val="0F1111"/>
                </a:solidFill>
                <a:latin typeface="Aptos"/>
                <a:ea typeface="Aptos"/>
                <a:cs typeface="Aptos"/>
              </a:rPr>
              <a:t> Colon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F1111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CB02B6A0-0C7A-75E6-8BDC-4FF29354E76E}"/>
              </a:ext>
            </a:extLst>
          </p:cNvPr>
          <p:cNvSpPr/>
          <p:nvPr/>
        </p:nvSpPr>
        <p:spPr>
          <a:xfrm>
            <a:off x="880841" y="4883003"/>
            <a:ext cx="1560607" cy="8221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Coordinador de logística y abastecimiento</a:t>
            </a:r>
          </a:p>
        </p:txBody>
      </p:sp>
      <p:sp>
        <p:nvSpPr>
          <p:cNvPr id="34" name="card">
            <a:extLst>
              <a:ext uri="{FF2B5EF4-FFF2-40B4-BE49-F238E27FC236}">
                <a16:creationId xmlns:a16="http://schemas.microsoft.com/office/drawing/2014/main" id="{F3AACBEB-7CDA-FA4F-16FB-2479DD20AACB}"/>
              </a:ext>
            </a:extLst>
          </p:cNvPr>
          <p:cNvSpPr/>
          <p:nvPr/>
        </p:nvSpPr>
        <p:spPr>
          <a:xfrm>
            <a:off x="4271817" y="4098459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acc">
            <a:extLst>
              <a:ext uri="{FF2B5EF4-FFF2-40B4-BE49-F238E27FC236}">
                <a16:creationId xmlns:a16="http://schemas.microsoft.com/office/drawing/2014/main" id="{6B79DB66-5412-9381-00E4-0CE393453B42}"/>
              </a:ext>
            </a:extLst>
          </p:cNvPr>
          <p:cNvSpPr/>
          <p:nvPr/>
        </p:nvSpPr>
        <p:spPr>
          <a:xfrm>
            <a:off x="4271817" y="4098459"/>
            <a:ext cx="45720" cy="18288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">
            <a:extLst>
              <a:ext uri="{FF2B5EF4-FFF2-40B4-BE49-F238E27FC236}">
                <a16:creationId xmlns:a16="http://schemas.microsoft.com/office/drawing/2014/main" id="{A793A6E2-50EB-C4E6-9B77-7522770C775F}"/>
              </a:ext>
            </a:extLst>
          </p:cNvPr>
          <p:cNvSpPr/>
          <p:nvPr/>
        </p:nvSpPr>
        <p:spPr>
          <a:xfrm>
            <a:off x="4591857" y="4192255"/>
            <a:ext cx="115932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Arickson</a:t>
            </a: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 Peralta</a:t>
            </a:r>
          </a:p>
        </p:txBody>
      </p:sp>
      <p:sp>
        <p:nvSpPr>
          <p:cNvPr id="40" name="t">
            <a:extLst>
              <a:ext uri="{FF2B5EF4-FFF2-40B4-BE49-F238E27FC236}">
                <a16:creationId xmlns:a16="http://schemas.microsoft.com/office/drawing/2014/main" id="{39ADC437-D154-34CD-B0F4-3772D0057B5D}"/>
              </a:ext>
            </a:extLst>
          </p:cNvPr>
          <p:cNvSpPr/>
          <p:nvPr/>
        </p:nvSpPr>
        <p:spPr>
          <a:xfrm>
            <a:off x="4492721" y="4883003"/>
            <a:ext cx="1304177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Asistente de producción</a:t>
            </a:r>
          </a:p>
        </p:txBody>
      </p:sp>
      <p:sp>
        <p:nvSpPr>
          <p:cNvPr id="42" name="card">
            <a:extLst>
              <a:ext uri="{FF2B5EF4-FFF2-40B4-BE49-F238E27FC236}">
                <a16:creationId xmlns:a16="http://schemas.microsoft.com/office/drawing/2014/main" id="{C4BBBBFC-D2F6-D5D9-009C-824977F9D532}"/>
              </a:ext>
            </a:extLst>
          </p:cNvPr>
          <p:cNvSpPr/>
          <p:nvPr/>
        </p:nvSpPr>
        <p:spPr>
          <a:xfrm>
            <a:off x="7883697" y="4098459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acc">
            <a:extLst>
              <a:ext uri="{FF2B5EF4-FFF2-40B4-BE49-F238E27FC236}">
                <a16:creationId xmlns:a16="http://schemas.microsoft.com/office/drawing/2014/main" id="{5EEFDBFB-5130-6BF1-D21C-1C0849F4B7A0}"/>
              </a:ext>
            </a:extLst>
          </p:cNvPr>
          <p:cNvSpPr/>
          <p:nvPr/>
        </p:nvSpPr>
        <p:spPr>
          <a:xfrm>
            <a:off x="7883697" y="4098459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t">
            <a:extLst>
              <a:ext uri="{FF2B5EF4-FFF2-40B4-BE49-F238E27FC236}">
                <a16:creationId xmlns:a16="http://schemas.microsoft.com/office/drawing/2014/main" id="{3798B2A5-75A0-EB2A-1674-9B56EBFA0DCF}"/>
              </a:ext>
            </a:extLst>
          </p:cNvPr>
          <p:cNvSpPr/>
          <p:nvPr/>
        </p:nvSpPr>
        <p:spPr>
          <a:xfrm>
            <a:off x="8203737" y="4192255"/>
            <a:ext cx="152508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Armany Almonte</a:t>
            </a:r>
          </a:p>
        </p:txBody>
      </p:sp>
      <p:sp>
        <p:nvSpPr>
          <p:cNvPr id="48" name="t">
            <a:extLst>
              <a:ext uri="{FF2B5EF4-FFF2-40B4-BE49-F238E27FC236}">
                <a16:creationId xmlns:a16="http://schemas.microsoft.com/office/drawing/2014/main" id="{B6E3005D-6EE2-F1F0-1584-66663028EF70}"/>
              </a:ext>
            </a:extLst>
          </p:cNvPr>
          <p:cNvSpPr/>
          <p:nvPr/>
        </p:nvSpPr>
        <p:spPr>
          <a:xfrm>
            <a:off x="8070192" y="4883003"/>
            <a:ext cx="1271643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Guillotinista</a:t>
            </a:r>
            <a:endParaRPr kumimoji="0" lang="es-ES" sz="1300" b="0" i="0" u="none" strike="noStrike" kern="1200" cap="none" spc="0" normalizeH="0" baseline="0" noProof="0" dirty="0">
              <a:ln>
                <a:noFill/>
              </a:ln>
              <a:solidFill>
                <a:srgbClr val="65716A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pic>
        <p:nvPicPr>
          <p:cNvPr id="50" name="Imagen 49">
            <a:extLst>
              <a:ext uri="{FF2B5EF4-FFF2-40B4-BE49-F238E27FC236}">
                <a16:creationId xmlns:a16="http://schemas.microsoft.com/office/drawing/2014/main" id="{B86286C6-BCB8-E64C-575A-3EE8164D4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24" t="24389" r="14166"/>
          <a:stretch>
            <a:fillRect/>
          </a:stretch>
        </p:blipFill>
        <p:spPr>
          <a:xfrm>
            <a:off x="6096000" y="2296360"/>
            <a:ext cx="1403029" cy="1620000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94DDC550-2079-68CE-4A43-4E390B7F7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73" t="22704" r="14069" b="11171"/>
          <a:stretch>
            <a:fillRect/>
          </a:stretch>
        </p:blipFill>
        <p:spPr>
          <a:xfrm>
            <a:off x="6096000" y="4240216"/>
            <a:ext cx="1403029" cy="1620000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5244C9D6-3E30-7E24-400E-ADF19675D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10" t="27990" r="16625" b="12742"/>
          <a:stretch>
            <a:fillRect/>
          </a:stretch>
        </p:blipFill>
        <p:spPr>
          <a:xfrm>
            <a:off x="9525603" y="4240216"/>
            <a:ext cx="1550798" cy="1620000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BE77CB62-8464-6EA4-CD29-617696605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052" t="28187" r="9479" b="2747"/>
          <a:stretch>
            <a:fillRect/>
          </a:stretch>
        </p:blipFill>
        <p:spPr>
          <a:xfrm>
            <a:off x="2451450" y="4240216"/>
            <a:ext cx="1432919" cy="1620000"/>
          </a:xfrm>
          <a:prstGeom prst="rect">
            <a:avLst/>
          </a:prstGeom>
        </p:spPr>
      </p:pic>
      <p:pic>
        <p:nvPicPr>
          <p:cNvPr id="56" name="Imagen 55">
            <a:extLst>
              <a:ext uri="{FF2B5EF4-FFF2-40B4-BE49-F238E27FC236}">
                <a16:creationId xmlns:a16="http://schemas.microsoft.com/office/drawing/2014/main" id="{CA7CCFFB-8663-79B8-B827-91986517F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349" t="17088" r="625" b="10826"/>
          <a:stretch>
            <a:fillRect/>
          </a:stretch>
        </p:blipFill>
        <p:spPr>
          <a:xfrm>
            <a:off x="9525603" y="2294405"/>
            <a:ext cx="1550797" cy="1620000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F8967F6D-1E14-3AC5-7F28-1118BFEEA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527" r="8309"/>
          <a:stretch>
            <a:fillRect/>
          </a:stretch>
        </p:blipFill>
        <p:spPr>
          <a:xfrm>
            <a:off x="2451450" y="2296360"/>
            <a:ext cx="1428256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8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C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BF4B7-DFA1-A844-2628-AEC8241F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>
            <a:extLst>
              <a:ext uri="{FF2B5EF4-FFF2-40B4-BE49-F238E27FC236}">
                <a16:creationId xmlns:a16="http://schemas.microsoft.com/office/drawing/2014/main" id="{B029CE40-CBB7-0040-1DBF-09607D145EEE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">
            <a:extLst>
              <a:ext uri="{FF2B5EF4-FFF2-40B4-BE49-F238E27FC236}">
                <a16:creationId xmlns:a16="http://schemas.microsoft.com/office/drawing/2014/main" id="{44D73D95-120A-3050-AEA7-A26245443EA5}"/>
              </a:ext>
            </a:extLst>
          </p:cNvPr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l">
            <a:extLst>
              <a:ext uri="{FF2B5EF4-FFF2-40B4-BE49-F238E27FC236}">
                <a16:creationId xmlns:a16="http://schemas.microsoft.com/office/drawing/2014/main" id="{A821DF43-AAF3-B1D2-786F-B42A7F204606}"/>
              </a:ext>
            </a:extLst>
          </p:cNvPr>
          <p:cNvSpPr/>
          <p:nvPr/>
        </p:nvSpPr>
        <p:spPr>
          <a:xfrm>
            <a:off x="658368" y="224921"/>
            <a:ext cx="10561192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">
            <a:extLst>
              <a:ext uri="{FF2B5EF4-FFF2-40B4-BE49-F238E27FC236}">
                <a16:creationId xmlns:a16="http://schemas.microsoft.com/office/drawing/2014/main" id="{4C0BD0BC-2B8A-28D8-3817-59F2E472DF67}"/>
              </a:ext>
            </a:extLst>
          </p:cNvPr>
          <p:cNvSpPr/>
          <p:nvPr/>
        </p:nvSpPr>
        <p:spPr>
          <a:xfrm>
            <a:off x="658368" y="731520"/>
            <a:ext cx="70000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rgbClr val="C69200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PROMOCIONES· CIGAR RINGS</a:t>
            </a:r>
          </a:p>
        </p:txBody>
      </p:sp>
      <p:sp>
        <p:nvSpPr>
          <p:cNvPr id="6" name="t">
            <a:extLst>
              <a:ext uri="{FF2B5EF4-FFF2-40B4-BE49-F238E27FC236}">
                <a16:creationId xmlns:a16="http://schemas.microsoft.com/office/drawing/2014/main" id="{410FAAE3-739A-96D8-0D51-E7B35B2C0D15}"/>
              </a:ext>
            </a:extLst>
          </p:cNvPr>
          <p:cNvSpPr/>
          <p:nvPr/>
        </p:nvSpPr>
        <p:spPr>
          <a:xfrm>
            <a:off x="658368" y="1097280"/>
            <a:ext cx="8000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600" dirty="0">
                <a:solidFill>
                  <a:srgbClr val="0F1111"/>
                </a:solidFill>
                <a:latin typeface="Georgia"/>
                <a:ea typeface="Georgia"/>
                <a:cs typeface="Georgia"/>
              </a:rPr>
              <a:t>Nuevas posiciones</a:t>
            </a:r>
            <a:endParaRPr kumimoji="0" lang="es-ES" sz="3600" b="0" i="0" u="none" strike="noStrike" kern="1200" cap="none" spc="0" normalizeH="0" baseline="0" noProof="0" dirty="0">
              <a:ln>
                <a:noFill/>
              </a:ln>
              <a:solidFill>
                <a:srgbClr val="0F1111"/>
              </a:solidFill>
              <a:effectLst/>
              <a:uLnTx/>
              <a:uFillTx/>
              <a:latin typeface="Georgia"/>
              <a:ea typeface="Georgia"/>
              <a:cs typeface="Georgia"/>
            </a:endParaRPr>
          </a:p>
        </p:txBody>
      </p:sp>
      <p:sp>
        <p:nvSpPr>
          <p:cNvPr id="7" name="t">
            <a:extLst>
              <a:ext uri="{FF2B5EF4-FFF2-40B4-BE49-F238E27FC236}">
                <a16:creationId xmlns:a16="http://schemas.microsoft.com/office/drawing/2014/main" id="{BA54464D-433E-AD0D-567A-048D23D97C1C}"/>
              </a:ext>
            </a:extLst>
          </p:cNvPr>
          <p:cNvSpPr/>
          <p:nvPr/>
        </p:nvSpPr>
        <p:spPr>
          <a:xfrm>
            <a:off x="658368" y="1742542"/>
            <a:ext cx="960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Celebramos el éxito y el crecimiento de nuestros colaboradores.</a:t>
            </a:r>
          </a:p>
        </p:txBody>
      </p:sp>
      <p:sp>
        <p:nvSpPr>
          <p:cNvPr id="10" name="card">
            <a:extLst>
              <a:ext uri="{FF2B5EF4-FFF2-40B4-BE49-F238E27FC236}">
                <a16:creationId xmlns:a16="http://schemas.microsoft.com/office/drawing/2014/main" id="{B624B720-3C19-A31C-DB90-C79125C82A88}"/>
              </a:ext>
            </a:extLst>
          </p:cNvPr>
          <p:cNvSpPr/>
          <p:nvPr/>
        </p:nvSpPr>
        <p:spPr>
          <a:xfrm>
            <a:off x="658368" y="2183245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acc">
            <a:extLst>
              <a:ext uri="{FF2B5EF4-FFF2-40B4-BE49-F238E27FC236}">
                <a16:creationId xmlns:a16="http://schemas.microsoft.com/office/drawing/2014/main" id="{55A9887E-F4E6-18B5-67D2-DFA5E4A97B35}"/>
              </a:ext>
            </a:extLst>
          </p:cNvPr>
          <p:cNvSpPr/>
          <p:nvPr/>
        </p:nvSpPr>
        <p:spPr>
          <a:xfrm>
            <a:off x="658368" y="2183245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7CFFBE9B-545C-7628-1E5B-8F913BE588ED}"/>
              </a:ext>
            </a:extLst>
          </p:cNvPr>
          <p:cNvSpPr/>
          <p:nvPr/>
        </p:nvSpPr>
        <p:spPr>
          <a:xfrm>
            <a:off x="978408" y="2277041"/>
            <a:ext cx="1188939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Luis Miguel Sandoval</a:t>
            </a:r>
          </a:p>
        </p:txBody>
      </p:sp>
      <p:sp>
        <p:nvSpPr>
          <p:cNvPr id="13" name="t">
            <a:extLst>
              <a:ext uri="{FF2B5EF4-FFF2-40B4-BE49-F238E27FC236}">
                <a16:creationId xmlns:a16="http://schemas.microsoft.com/office/drawing/2014/main" id="{F2F1E3DA-B0E9-E9FB-0621-60CC2200E38F}"/>
              </a:ext>
            </a:extLst>
          </p:cNvPr>
          <p:cNvSpPr/>
          <p:nvPr/>
        </p:nvSpPr>
        <p:spPr>
          <a:xfrm>
            <a:off x="880841" y="3017200"/>
            <a:ext cx="10454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300" b="0" i="0" u="none" strike="noStrike" kern="1200" cap="none" spc="0" normalizeH="0" baseline="0" noProof="0" dirty="0" err="1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Troquelador</a:t>
            </a:r>
            <a:r>
              <a:rPr kumimoji="0" lang="es-ES" sz="13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 PRATI</a:t>
            </a:r>
          </a:p>
        </p:txBody>
      </p:sp>
      <p:sp>
        <p:nvSpPr>
          <p:cNvPr id="14" name="card">
            <a:extLst>
              <a:ext uri="{FF2B5EF4-FFF2-40B4-BE49-F238E27FC236}">
                <a16:creationId xmlns:a16="http://schemas.microsoft.com/office/drawing/2014/main" id="{C4ECD152-3BD8-0A12-76BD-2987178E13D2}"/>
              </a:ext>
            </a:extLst>
          </p:cNvPr>
          <p:cNvSpPr/>
          <p:nvPr/>
        </p:nvSpPr>
        <p:spPr>
          <a:xfrm>
            <a:off x="4270248" y="2183245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acc">
            <a:extLst>
              <a:ext uri="{FF2B5EF4-FFF2-40B4-BE49-F238E27FC236}">
                <a16:creationId xmlns:a16="http://schemas.microsoft.com/office/drawing/2014/main" id="{53AE4AE6-95EC-785A-9C1D-E8E8A5AA5773}"/>
              </a:ext>
            </a:extLst>
          </p:cNvPr>
          <p:cNvSpPr/>
          <p:nvPr/>
        </p:nvSpPr>
        <p:spPr>
          <a:xfrm>
            <a:off x="4270248" y="2183245"/>
            <a:ext cx="45720" cy="18288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">
            <a:extLst>
              <a:ext uri="{FF2B5EF4-FFF2-40B4-BE49-F238E27FC236}">
                <a16:creationId xmlns:a16="http://schemas.microsoft.com/office/drawing/2014/main" id="{1A7D614B-3879-8841-0981-15BA9CB41F84}"/>
              </a:ext>
            </a:extLst>
          </p:cNvPr>
          <p:cNvSpPr/>
          <p:nvPr/>
        </p:nvSpPr>
        <p:spPr>
          <a:xfrm>
            <a:off x="4590288" y="2277041"/>
            <a:ext cx="111517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Rossana Flete</a:t>
            </a:r>
          </a:p>
        </p:txBody>
      </p:sp>
      <p:sp>
        <p:nvSpPr>
          <p:cNvPr id="17" name="t">
            <a:extLst>
              <a:ext uri="{FF2B5EF4-FFF2-40B4-BE49-F238E27FC236}">
                <a16:creationId xmlns:a16="http://schemas.microsoft.com/office/drawing/2014/main" id="{F0BD6FBD-B125-9262-3A3B-49D02874DDC9}"/>
              </a:ext>
            </a:extLst>
          </p:cNvPr>
          <p:cNvSpPr/>
          <p:nvPr/>
        </p:nvSpPr>
        <p:spPr>
          <a:xfrm>
            <a:off x="4462272" y="3017199"/>
            <a:ext cx="1334626" cy="78086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1300" dirty="0">
                <a:solidFill>
                  <a:srgbClr val="65716A"/>
                </a:solidFill>
                <a:latin typeface="Aptos"/>
              </a:rPr>
              <a:t>Coordinadora Sistema  </a:t>
            </a:r>
            <a:r>
              <a:rPr lang="en-US" sz="1300" dirty="0" err="1">
                <a:solidFill>
                  <a:srgbClr val="65716A"/>
                </a:solidFill>
                <a:latin typeface="Aptos"/>
              </a:rPr>
              <a:t>Integrado</a:t>
            </a:r>
            <a:r>
              <a:rPr lang="en-US" sz="1300" dirty="0">
                <a:solidFill>
                  <a:srgbClr val="65716A"/>
                </a:solidFill>
                <a:latin typeface="Aptos"/>
              </a:rPr>
              <a:t> de </a:t>
            </a:r>
            <a:r>
              <a:rPr lang="en-US" sz="1300" dirty="0" err="1">
                <a:solidFill>
                  <a:srgbClr val="65716A"/>
                </a:solidFill>
                <a:latin typeface="Aptos"/>
              </a:rPr>
              <a:t>Gestión</a:t>
            </a:r>
            <a:endParaRPr lang="en-US" sz="1300" dirty="0">
              <a:solidFill>
                <a:srgbClr val="65716A"/>
              </a:solidFill>
              <a:latin typeface="Aptos"/>
            </a:endParaRPr>
          </a:p>
          <a:p>
            <a:r>
              <a:rPr lang="en-US" sz="1300" dirty="0">
                <a:solidFill>
                  <a:srgbClr val="65716A"/>
                </a:solidFill>
                <a:latin typeface="Aptos"/>
              </a:rPr>
              <a:t> </a:t>
            </a:r>
            <a:endParaRPr lang="es-ES" sz="1300" dirty="0">
              <a:solidFill>
                <a:srgbClr val="65716A"/>
              </a:solidFill>
              <a:latin typeface="Aptos"/>
            </a:endParaRPr>
          </a:p>
        </p:txBody>
      </p:sp>
      <p:sp>
        <p:nvSpPr>
          <p:cNvPr id="22" name="l">
            <a:extLst>
              <a:ext uri="{FF2B5EF4-FFF2-40B4-BE49-F238E27FC236}">
                <a16:creationId xmlns:a16="http://schemas.microsoft.com/office/drawing/2014/main" id="{17F5FDF4-885F-2535-9173-4CF715BA3FB8}"/>
              </a:ext>
            </a:extLst>
          </p:cNvPr>
          <p:cNvSpPr/>
          <p:nvPr/>
        </p:nvSpPr>
        <p:spPr>
          <a:xfrm>
            <a:off x="658368" y="5883273"/>
            <a:ext cx="1920240" cy="0"/>
          </a:xfrm>
          <a:prstGeom prst="line">
            <a:avLst/>
          </a:prstGeom>
          <a:noFill/>
          <a:ln w="27940">
            <a:solidFill>
              <a:srgbClr val="066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">
            <a:extLst>
              <a:ext uri="{FF2B5EF4-FFF2-40B4-BE49-F238E27FC236}">
                <a16:creationId xmlns:a16="http://schemas.microsoft.com/office/drawing/2014/main" id="{3ED4AB66-1CDA-B019-8DC5-A8089CA4062F}"/>
              </a:ext>
            </a:extLst>
          </p:cNvPr>
          <p:cNvSpPr/>
          <p:nvPr/>
        </p:nvSpPr>
        <p:spPr>
          <a:xfrm>
            <a:off x="4691233" y="4410880"/>
            <a:ext cx="5833150" cy="1766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066D4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¡Felicidades y muchos éxitos!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61DEC96-83AE-4C17-3C33-C5AF46AFD24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38560" y="6585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5716A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65716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2D93D467-4470-571C-8F23-E2687FDAD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2720" y="883695"/>
            <a:ext cx="1005840" cy="1218082"/>
          </a:xfrm>
          <a:prstGeom prst="rect">
            <a:avLst/>
          </a:prstGeom>
        </p:spPr>
      </p:pic>
      <p:sp>
        <p:nvSpPr>
          <p:cNvPr id="9" name="card">
            <a:extLst>
              <a:ext uri="{FF2B5EF4-FFF2-40B4-BE49-F238E27FC236}">
                <a16:creationId xmlns:a16="http://schemas.microsoft.com/office/drawing/2014/main" id="{3E5CF745-B2FB-9449-1A57-3F1F8E38E363}"/>
              </a:ext>
            </a:extLst>
          </p:cNvPr>
          <p:cNvSpPr/>
          <p:nvPr/>
        </p:nvSpPr>
        <p:spPr>
          <a:xfrm>
            <a:off x="659937" y="4098459"/>
            <a:ext cx="33375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acc">
            <a:extLst>
              <a:ext uri="{FF2B5EF4-FFF2-40B4-BE49-F238E27FC236}">
                <a16:creationId xmlns:a16="http://schemas.microsoft.com/office/drawing/2014/main" id="{05E87E73-FCC8-39B6-01FE-A6D9216A3425}"/>
              </a:ext>
            </a:extLst>
          </p:cNvPr>
          <p:cNvSpPr/>
          <p:nvPr/>
        </p:nvSpPr>
        <p:spPr>
          <a:xfrm>
            <a:off x="659937" y="4098459"/>
            <a:ext cx="45720" cy="18288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">
            <a:extLst>
              <a:ext uri="{FF2B5EF4-FFF2-40B4-BE49-F238E27FC236}">
                <a16:creationId xmlns:a16="http://schemas.microsoft.com/office/drawing/2014/main" id="{8987EFC8-BB4F-FB2D-4B5C-93989BB9BC3F}"/>
              </a:ext>
            </a:extLst>
          </p:cNvPr>
          <p:cNvSpPr/>
          <p:nvPr/>
        </p:nvSpPr>
        <p:spPr>
          <a:xfrm>
            <a:off x="979977" y="4192255"/>
            <a:ext cx="1185801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Alejandro </a:t>
            </a:r>
            <a:r>
              <a:rPr kumimoji="0" lang="es-E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Mendez</a:t>
            </a:r>
            <a:endParaRPr kumimoji="0" lang="es-ES" sz="1600" b="1" i="0" u="none" strike="noStrike" kern="1200" cap="none" spc="0" normalizeH="0" baseline="0" noProof="0" dirty="0">
              <a:ln>
                <a:noFill/>
              </a:ln>
              <a:solidFill>
                <a:srgbClr val="0F1111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sp>
        <p:nvSpPr>
          <p:cNvPr id="32" name="t">
            <a:extLst>
              <a:ext uri="{FF2B5EF4-FFF2-40B4-BE49-F238E27FC236}">
                <a16:creationId xmlns:a16="http://schemas.microsoft.com/office/drawing/2014/main" id="{0D4BEE9D-9EC6-3949-F1DB-DC2589699811}"/>
              </a:ext>
            </a:extLst>
          </p:cNvPr>
          <p:cNvSpPr/>
          <p:nvPr/>
        </p:nvSpPr>
        <p:spPr>
          <a:xfrm>
            <a:off x="880841" y="4883003"/>
            <a:ext cx="1560607" cy="8221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300" dirty="0">
                <a:solidFill>
                  <a:srgbClr val="65716A"/>
                </a:solidFill>
                <a:latin typeface="Aptos"/>
                <a:ea typeface="Aptos"/>
                <a:cs typeface="Aptos"/>
              </a:rPr>
              <a:t>Líder de impresión</a:t>
            </a:r>
            <a:endParaRPr kumimoji="0" lang="es-ES" sz="1300" b="0" i="0" u="none" strike="noStrike" kern="1200" cap="none" spc="0" normalizeH="0" baseline="0" noProof="0" dirty="0">
              <a:ln>
                <a:noFill/>
              </a:ln>
              <a:solidFill>
                <a:srgbClr val="65716A"/>
              </a:solidFill>
              <a:effectLst/>
              <a:uLnTx/>
              <a:uFillTx/>
              <a:latin typeface="Aptos"/>
              <a:ea typeface="Aptos"/>
              <a:cs typeface="Apto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073BCAB-E222-7B40-3E4C-CAE702AC0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513" t="23002" r="14782" b="11327"/>
          <a:stretch>
            <a:fillRect/>
          </a:stretch>
        </p:blipFill>
        <p:spPr>
          <a:xfrm>
            <a:off x="2547026" y="4190138"/>
            <a:ext cx="1344893" cy="16200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C146718-B90F-68D5-CEA2-15177617C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358" t="23002" r="11718" b="15635"/>
          <a:stretch>
            <a:fillRect/>
          </a:stretch>
        </p:blipFill>
        <p:spPr>
          <a:xfrm>
            <a:off x="2547026" y="2279851"/>
            <a:ext cx="1344893" cy="162000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B0952355-3FA5-4F19-1CB2-2899F8AA0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529" t="33526" r="21862" b="6941"/>
          <a:stretch>
            <a:fillRect/>
          </a:stretch>
        </p:blipFill>
        <p:spPr>
          <a:xfrm>
            <a:off x="6133324" y="2287645"/>
            <a:ext cx="1379807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0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392F0-346C-C635-59F1-A2E92D26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 6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1EA827-C30A-0715-6ABC-E09BF77CBD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" y="0"/>
            <a:ext cx="121605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239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6E915-247E-9BE4-6E66-A04D7F85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8921E3BD-3F9C-72EA-B07D-F46330580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50259D-A17D-CFE2-602E-43E5DA7B4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2636142"/>
            <a:ext cx="10800000" cy="158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9FB15-96DA-F7F5-8C2F-C376B2328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7806877-BEBC-63C6-464E-E024F79BF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3"/>
            <a:ext cx="12192000" cy="685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0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363A4-41D5-4AC5-8A45-7A4AACAD5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Rectangle 36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8BC182-743A-3E55-7310-FE0C86A52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85002"/>
            <a:ext cx="10800000" cy="19130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08AC43C-F28B-D777-777F-EB5085350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0" y="2424976"/>
            <a:ext cx="10800000" cy="137045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9AD5E33-656F-FF0E-B7E7-9A4902BEA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99" y="3922376"/>
            <a:ext cx="10800000" cy="2731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30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02EC7-F91A-8C8D-3153-A2994A257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91E5F43C-0E1A-0051-F173-D42320688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CAFA97D-F506-0CD7-0305-926BE4F90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268763"/>
            <a:ext cx="10800000" cy="27028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2DA3AB8-632B-D04B-7B55-F7039BF12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00" y="3119541"/>
            <a:ext cx="10800000" cy="19384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DD00210-8C89-6FC3-A4F2-70893EDF2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00" y="5205953"/>
            <a:ext cx="10800000" cy="118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5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EB1106B-9B9D-3E21-14FD-4BB25580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11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68B5B2-A264-B4E1-37C3-121CA7B15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08DA79-67F2-B0C0-435C-5AF785737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71"/>
            <a:ext cx="12192000" cy="6826457"/>
          </a:xfrm>
          <a:prstGeom prst="rect">
            <a:avLst/>
          </a:prstGeom>
        </p:spPr>
      </p:pic>
      <p:sp>
        <p:nvSpPr>
          <p:cNvPr id="308" name="Rectangle 30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82DA884-714C-0FAE-6515-094B199013C8}"/>
              </a:ext>
            </a:extLst>
          </p:cNvPr>
          <p:cNvSpPr/>
          <p:nvPr/>
        </p:nvSpPr>
        <p:spPr>
          <a:xfrm>
            <a:off x="6551628" y="2703136"/>
            <a:ext cx="1018095" cy="751788"/>
          </a:xfrm>
          <a:prstGeom prst="rect">
            <a:avLst/>
          </a:prstGeom>
          <a:solidFill>
            <a:schemeClr val="accent6">
              <a:lumMod val="40000"/>
              <a:lumOff val="60000"/>
              <a:alpha val="20000"/>
            </a:schemeClr>
          </a:solidFill>
          <a:ln>
            <a:solidFill>
              <a:srgbClr val="006C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66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6B1F9-58C0-6071-9E7D-B41ED185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Rectangle 292">
            <a:extLst>
              <a:ext uri="{FF2B5EF4-FFF2-40B4-BE49-F238E27FC236}">
                <a16:creationId xmlns:a16="http://schemas.microsoft.com/office/drawing/2014/main" id="{F48BABA9-4558-68C5-B71B-5BC31C739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873039D-B1F0-A969-93DF-3A69C540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615486"/>
            <a:ext cx="10800000" cy="562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992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4E0EB20-C2B8-1520-7169-57CA8A04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COMPAÑÍA - Viappiani de Columbia">
            <a:extLst>
              <a:ext uri="{FF2B5EF4-FFF2-40B4-BE49-F238E27FC236}">
                <a16:creationId xmlns:a16="http://schemas.microsoft.com/office/drawing/2014/main" id="{C74A5157-64A5-D8E8-3BF4-9D788759E0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47" r="28386"/>
          <a:stretch/>
        </p:blipFill>
        <p:spPr bwMode="auto">
          <a:xfrm>
            <a:off x="18532" y="3365608"/>
            <a:ext cx="1893150" cy="3483078"/>
          </a:xfrm>
          <a:prstGeom prst="roundRect">
            <a:avLst>
              <a:gd name="adj" fmla="val 12850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dondear rectángulo de esquina del mismo lado 11">
            <a:extLst>
              <a:ext uri="{FF2B5EF4-FFF2-40B4-BE49-F238E27FC236}">
                <a16:creationId xmlns:a16="http://schemas.microsoft.com/office/drawing/2014/main" id="{D43E070B-AA15-22F7-5FEA-B71B9143780F}"/>
              </a:ext>
            </a:extLst>
          </p:cNvPr>
          <p:cNvSpPr/>
          <p:nvPr/>
        </p:nvSpPr>
        <p:spPr>
          <a:xfrm rot="5400000">
            <a:off x="3629615" y="-1704389"/>
            <a:ext cx="6858000" cy="10266773"/>
          </a:xfrm>
          <a:prstGeom prst="round2SameRect">
            <a:avLst>
              <a:gd name="adj1" fmla="val 3053"/>
              <a:gd name="adj2" fmla="val 0"/>
            </a:avLst>
          </a:prstGeom>
          <a:solidFill>
            <a:srgbClr val="024059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dondear rectángulo de esquina del mismo lado 11">
            <a:extLst>
              <a:ext uri="{FF2B5EF4-FFF2-40B4-BE49-F238E27FC236}">
                <a16:creationId xmlns:a16="http://schemas.microsoft.com/office/drawing/2014/main" id="{6E59D749-85FD-549C-CB28-A6303807C2C6}"/>
              </a:ext>
            </a:extLst>
          </p:cNvPr>
          <p:cNvSpPr/>
          <p:nvPr/>
        </p:nvSpPr>
        <p:spPr>
          <a:xfrm rot="16200000">
            <a:off x="-2463894" y="2468880"/>
            <a:ext cx="6858003" cy="1920240"/>
          </a:xfrm>
          <a:prstGeom prst="round2SameRect">
            <a:avLst>
              <a:gd name="adj1" fmla="val 12302"/>
              <a:gd name="adj2" fmla="val 0"/>
            </a:avLst>
          </a:prstGeom>
          <a:gradFill flip="none" rotWithShape="1">
            <a:gsLst>
              <a:gs pos="0">
                <a:srgbClr val="026873">
                  <a:alpha val="75000"/>
                </a:srgbClr>
              </a:gs>
              <a:gs pos="50000">
                <a:srgbClr val="026873"/>
              </a:gs>
              <a:gs pos="100000">
                <a:srgbClr val="02687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1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7BA1089B-823A-3244-374F-E2605AFA8E3A}"/>
              </a:ext>
            </a:extLst>
          </p:cNvPr>
          <p:cNvGrpSpPr/>
          <p:nvPr/>
        </p:nvGrpSpPr>
        <p:grpSpPr>
          <a:xfrm>
            <a:off x="2117337" y="801167"/>
            <a:ext cx="9881620" cy="5889170"/>
            <a:chOff x="4194313" y="1073426"/>
            <a:chExt cx="2126974" cy="1172817"/>
          </a:xfrm>
        </p:grpSpPr>
        <p:sp>
          <p:nvSpPr>
            <p:cNvPr id="5" name="Rectángulo: esquinas redondeadas 4">
              <a:extLst>
                <a:ext uri="{FF2B5EF4-FFF2-40B4-BE49-F238E27FC236}">
                  <a16:creationId xmlns:a16="http://schemas.microsoft.com/office/drawing/2014/main" id="{31769740-2D0A-0F7C-9827-4E0911CF729E}"/>
                </a:ext>
              </a:extLst>
            </p:cNvPr>
            <p:cNvSpPr/>
            <p:nvPr/>
          </p:nvSpPr>
          <p:spPr>
            <a:xfrm>
              <a:off x="4194313" y="1073426"/>
              <a:ext cx="2126974" cy="1172817"/>
            </a:xfrm>
            <a:prstGeom prst="roundRect">
              <a:avLst>
                <a:gd name="adj" fmla="val 84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tr" rotWithShape="0">
                <a:schemeClr val="bg1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8122D580-14F4-D2DA-353F-4AA78D99758C}"/>
                </a:ext>
              </a:extLst>
            </p:cNvPr>
            <p:cNvSpPr/>
            <p:nvPr/>
          </p:nvSpPr>
          <p:spPr>
            <a:xfrm>
              <a:off x="4194313" y="1073426"/>
              <a:ext cx="2126974" cy="1172817"/>
            </a:xfrm>
            <a:prstGeom prst="roundRect">
              <a:avLst>
                <a:gd name="adj" fmla="val 774"/>
              </a:avLst>
            </a:prstGeom>
            <a:gradFill>
              <a:gsLst>
                <a:gs pos="0">
                  <a:srgbClr val="EDEEF3">
                    <a:alpha val="74902"/>
                  </a:srgb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>
              <a:outerShdw blurRad="190500" dist="190500" dir="2700000" algn="ctr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8DFC5B3-172C-4596-B9DA-B7114245E4B8}"/>
              </a:ext>
            </a:extLst>
          </p:cNvPr>
          <p:cNvSpPr>
            <a:spLocks noChangeAspect="1"/>
          </p:cNvSpPr>
          <p:nvPr/>
        </p:nvSpPr>
        <p:spPr>
          <a:xfrm>
            <a:off x="375011" y="223393"/>
            <a:ext cx="1282148" cy="1560444"/>
          </a:xfrm>
          <a:prstGeom prst="rect">
            <a:avLst/>
          </a:prstGeom>
          <a:blipFill>
            <a:blip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525" t="-5196" r="-9918" b="-1416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9C4262E-4774-0874-E02E-3CEA1C51A1F4}"/>
              </a:ext>
            </a:extLst>
          </p:cNvPr>
          <p:cNvSpPr txBox="1"/>
          <p:nvPr/>
        </p:nvSpPr>
        <p:spPr>
          <a:xfrm>
            <a:off x="6785279" y="1811336"/>
            <a:ext cx="48866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/>
              <a:t>OF:</a:t>
            </a:r>
            <a:r>
              <a:rPr lang="es-CO" sz="2800" dirty="0"/>
              <a:t> 22,727</a:t>
            </a:r>
          </a:p>
          <a:p>
            <a:r>
              <a:rPr lang="es-CO" sz="2800" b="1" dirty="0"/>
              <a:t>Defecto:</a:t>
            </a:r>
            <a:r>
              <a:rPr lang="es-CO" sz="2800" dirty="0"/>
              <a:t> Variación de color y manchas en la impresión.</a:t>
            </a:r>
          </a:p>
          <a:p>
            <a:r>
              <a:rPr lang="es-CO" sz="2800" b="1" dirty="0"/>
              <a:t>Acción:</a:t>
            </a:r>
            <a:r>
              <a:rPr lang="es-CO" sz="2800" dirty="0"/>
              <a:t> </a:t>
            </a:r>
            <a:r>
              <a:rPr lang="es-CO" sz="2800" b="1" u="sng" dirty="0">
                <a:solidFill>
                  <a:srgbClr val="FF0000"/>
                </a:solidFill>
              </a:rPr>
              <a:t>Destruir</a:t>
            </a:r>
            <a:r>
              <a:rPr lang="es-CO" sz="2800" dirty="0"/>
              <a:t> material y repetir desde el inicio la totalidad de la orden.</a:t>
            </a:r>
            <a:endParaRPr lang="en-US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8605D7-6558-8E8E-A715-9D3F74A2D852}"/>
              </a:ext>
            </a:extLst>
          </p:cNvPr>
          <p:cNvSpPr txBox="1"/>
          <p:nvPr/>
        </p:nvSpPr>
        <p:spPr>
          <a:xfrm>
            <a:off x="3251201" y="5986824"/>
            <a:ext cx="810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i="1" u="sng" dirty="0"/>
              <a:t>Cada incidencia afecta en 2 puntos porcentuales la meta de cumplimiento.</a:t>
            </a:r>
            <a:endParaRPr lang="en-US" i="1" u="sng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A81FBB4-47A7-E2BF-708D-1F2E4436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039" y="1526822"/>
            <a:ext cx="3901180" cy="41258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57890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C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"/>
          <p:cNvSpPr/>
          <p:nvPr/>
        </p:nvSpPr>
        <p:spPr>
          <a:xfrm>
            <a:off x="8641080" y="713232"/>
            <a:ext cx="29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CIGAR RINGS</a:t>
            </a:r>
          </a:p>
        </p:txBody>
      </p:sp>
      <p:sp>
        <p:nvSpPr>
          <p:cNvPr id="8" name="e"/>
          <p:cNvSpPr/>
          <p:nvPr/>
        </p:nvSpPr>
        <p:spPr>
          <a:xfrm>
            <a:off x="8659368" y="5285232"/>
            <a:ext cx="146304" cy="146304"/>
          </a:xfrm>
          <a:prstGeom prst="ellipse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e"/>
          <p:cNvSpPr/>
          <p:nvPr/>
        </p:nvSpPr>
        <p:spPr>
          <a:xfrm>
            <a:off x="9509760" y="4764024"/>
            <a:ext cx="91440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e"/>
          <p:cNvSpPr/>
          <p:nvPr/>
        </p:nvSpPr>
        <p:spPr>
          <a:xfrm>
            <a:off x="11082528" y="3685032"/>
            <a:ext cx="146304" cy="146304"/>
          </a:xfrm>
          <a:prstGeom prst="ellipse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l"/>
          <p:cNvSpPr/>
          <p:nvPr/>
        </p:nvSpPr>
        <p:spPr>
          <a:xfrm>
            <a:off x="502920" y="347472"/>
            <a:ext cx="710000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76656"/>
            <a:ext cx="1005840" cy="1218082"/>
          </a:xfrm>
          <a:prstGeom prst="rect">
            <a:avLst/>
          </a:prstGeom>
        </p:spPr>
      </p:pic>
      <p:sp>
        <p:nvSpPr>
          <p:cNvPr id="13" name="t"/>
          <p:cNvSpPr/>
          <p:nvPr/>
        </p:nvSpPr>
        <p:spPr>
          <a:xfrm>
            <a:off x="658368" y="2040000"/>
            <a:ext cx="7000000" cy="34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b="1" i="0" u="none" strike="noStrike" kern="1200" cap="none" spc="0" normalizeH="0" baseline="0" noProof="0" dirty="0">
                <a:ln>
                  <a:noFill/>
                </a:ln>
                <a:solidFill>
                  <a:srgbClr val="C69200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ATENCIÓN · DEL 11 AL 12 DE AGOSTO 2026</a:t>
            </a:r>
          </a:p>
        </p:txBody>
      </p:sp>
      <p:sp>
        <p:nvSpPr>
          <p:cNvPr id="15" name="t"/>
          <p:cNvSpPr/>
          <p:nvPr/>
        </p:nvSpPr>
        <p:spPr>
          <a:xfrm>
            <a:off x="658368" y="2470000"/>
            <a:ext cx="69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Auditoría Interna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0" i="0" u="none" strike="noStrike" kern="1200" cap="none" spc="0" normalizeH="0" baseline="0" noProof="0" dirty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Georgia"/>
                <a:ea typeface="Georgia"/>
                <a:cs typeface="Georgia"/>
              </a:rPr>
              <a:t>ISO 9001</a:t>
            </a:r>
          </a:p>
        </p:txBody>
      </p:sp>
      <p:sp>
        <p:nvSpPr>
          <p:cNvPr id="16" name="l"/>
          <p:cNvSpPr/>
          <p:nvPr/>
        </p:nvSpPr>
        <p:spPr>
          <a:xfrm>
            <a:off x="658368" y="4300000"/>
            <a:ext cx="1920240" cy="0"/>
          </a:xfrm>
          <a:prstGeom prst="line">
            <a:avLst/>
          </a:prstGeom>
          <a:noFill/>
          <a:ln w="27940">
            <a:solidFill>
              <a:srgbClr val="066D4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"/>
          <p:cNvSpPr/>
          <p:nvPr/>
        </p:nvSpPr>
        <p:spPr>
          <a:xfrm>
            <a:off x="658368" y="4559999"/>
            <a:ext cx="6720840" cy="1399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0" i="0" u="none" strike="noStrike" kern="1200" cap="none" spc="0" normalizeH="0" baseline="0" noProof="0" dirty="0">
                <a:ln>
                  <a:noFill/>
                </a:ln>
                <a:solidFill>
                  <a:srgbClr val="65716A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Del 11 al 12 de agosto de 2026 tendremos la Auditoría Interna ISO 9001. Repasen la política de calidad y todos los documentos de sus procesos.</a:t>
            </a:r>
          </a:p>
        </p:txBody>
      </p:sp>
      <p:sp>
        <p:nvSpPr>
          <p:cNvPr id="18" name="t"/>
          <p:cNvSpPr/>
          <p:nvPr/>
        </p:nvSpPr>
        <p:spPr>
          <a:xfrm>
            <a:off x="658368" y="5980176"/>
            <a:ext cx="6720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0" i="0" u="none" strike="noStrike" kern="1200" cap="none" spc="0" normalizeH="0" baseline="0" noProof="0">
                <a:ln>
                  <a:noFill/>
                </a:ln>
                <a:solidFill>
                  <a:srgbClr val="0F1111"/>
                </a:solidFill>
                <a:effectLst/>
                <a:uLnTx/>
                <a:uFillTx/>
                <a:latin typeface="Aptos"/>
                <a:ea typeface="Aptos"/>
                <a:cs typeface="Aptos"/>
              </a:rPr>
              <a:t>Sistema de Gestión de la Calidad · Cigar Rings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8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66D4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C69200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l"/>
          <p:cNvSpPr/>
          <p:nvPr/>
        </p:nvSpPr>
        <p:spPr>
          <a:xfrm>
            <a:off x="502920" y="347472"/>
            <a:ext cx="11200000" cy="0"/>
          </a:xfrm>
          <a:prstGeom prst="line">
            <a:avLst/>
          </a:prstGeom>
          <a:noFill/>
          <a:ln w="10160">
            <a:solidFill>
              <a:srgbClr val="D9DD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676656"/>
            <a:ext cx="838200" cy="1015068"/>
          </a:xfrm>
          <a:prstGeom prst="rect">
            <a:avLst/>
          </a:prstGeom>
        </p:spPr>
      </p:pic>
      <p:sp>
        <p:nvSpPr>
          <p:cNvPr id="6" name="t"/>
          <p:cNvSpPr/>
          <p:nvPr/>
        </p:nvSpPr>
        <p:spPr>
          <a:xfrm>
            <a:off x="658368" y="1900000"/>
            <a:ext cx="3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1" kern="1200">
                <a:solidFill>
                  <a:srgbClr val="C69200"/>
                </a:solidFill>
                <a:latin typeface="Aptos"/>
                <a:ea typeface="Aptos"/>
                <a:cs typeface="Aptos"/>
              </a:rPr>
              <a:t>SISTEMA DE GESTIÓN DE LA CALIDAD</a:t>
            </a:r>
          </a:p>
        </p:txBody>
      </p:sp>
      <p:sp>
        <p:nvSpPr>
          <p:cNvPr id="7" name="t"/>
          <p:cNvSpPr/>
          <p:nvPr/>
        </p:nvSpPr>
        <p:spPr>
          <a:xfrm>
            <a:off x="658368" y="2260000"/>
            <a:ext cx="34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4000" b="0" kern="1200">
                <a:solidFill>
                  <a:srgbClr val="0F1111"/>
                </a:solidFill>
                <a:latin typeface="Georgia"/>
                <a:ea typeface="Georgia"/>
                <a:cs typeface="Georgia"/>
              </a:rPr>
              <a:t>Política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4000" b="0" kern="1200">
                <a:solidFill>
                  <a:srgbClr val="0F1111"/>
                </a:solidFill>
                <a:latin typeface="Georgia"/>
                <a:ea typeface="Georgia"/>
                <a:cs typeface="Georgia"/>
              </a:rPr>
              <a:t>de Calidad</a:t>
            </a:r>
          </a:p>
        </p:txBody>
      </p:sp>
      <p:sp>
        <p:nvSpPr>
          <p:cNvPr id="8" name="l"/>
          <p:cNvSpPr/>
          <p:nvPr/>
        </p:nvSpPr>
        <p:spPr>
          <a:xfrm>
            <a:off x="658368" y="3800000"/>
            <a:ext cx="1500000" cy="0"/>
          </a:xfrm>
          <a:prstGeom prst="line">
            <a:avLst/>
          </a:prstGeom>
          <a:noFill/>
          <a:ln w="27940">
            <a:solidFill>
              <a:srgbClr val="066D4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"/>
          <p:cNvSpPr/>
          <p:nvPr/>
        </p:nvSpPr>
        <p:spPr>
          <a:xfrm>
            <a:off x="658368" y="4020000"/>
            <a:ext cx="33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400" b="0" kern="1200">
                <a:solidFill>
                  <a:srgbClr val="65716A"/>
                </a:solidFill>
                <a:latin typeface="Aptos"/>
                <a:ea typeface="Aptos"/>
                <a:cs typeface="Aptos"/>
              </a:rPr>
              <a:t>Nuestro compromiso con la calidad, la mejora continua y la satisfacción de nuestros clientes.</a:t>
            </a:r>
          </a:p>
        </p:txBody>
      </p:sp>
      <p:sp>
        <p:nvSpPr>
          <p:cNvPr id="10" name="t"/>
          <p:cNvSpPr/>
          <p:nvPr/>
        </p:nvSpPr>
        <p:spPr>
          <a:xfrm>
            <a:off x="658368" y="5980176"/>
            <a:ext cx="34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s-ES" sz="1200" b="0" kern="1200">
                <a:solidFill>
                  <a:srgbClr val="0F1111"/>
                </a:solidFill>
                <a:latin typeface="Aptos"/>
                <a:ea typeface="Aptos"/>
                <a:cs typeface="Aptos"/>
              </a:rPr>
              <a:t>Cigar Rings</a:t>
            </a:r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30599335-5E4E-9347-C60A-F12923582127}"/>
              </a:ext>
            </a:extLst>
          </p:cNvPr>
          <p:cNvGrpSpPr/>
          <p:nvPr/>
        </p:nvGrpSpPr>
        <p:grpSpPr>
          <a:xfrm>
            <a:off x="3912614" y="594671"/>
            <a:ext cx="7832346" cy="5616539"/>
            <a:chOff x="3870574" y="216304"/>
            <a:chExt cx="7832346" cy="5616539"/>
          </a:xfrm>
        </p:grpSpPr>
        <p:grpSp>
          <p:nvGrpSpPr>
            <p:cNvPr id="33" name="Shape 89">
              <a:extLst>
                <a:ext uri="{FF2B5EF4-FFF2-40B4-BE49-F238E27FC236}">
                  <a16:creationId xmlns:a16="http://schemas.microsoft.com/office/drawing/2014/main" id="{BB4A5E30-45A8-53FB-1F9E-2AA1ABBB475D}"/>
                </a:ext>
              </a:extLst>
            </p:cNvPr>
            <p:cNvGrpSpPr/>
            <p:nvPr/>
          </p:nvGrpSpPr>
          <p:grpSpPr>
            <a:xfrm>
              <a:off x="3870574" y="603504"/>
              <a:ext cx="7832346" cy="5229339"/>
              <a:chOff x="1364214" y="406479"/>
              <a:chExt cx="9653499" cy="6315329"/>
            </a:xfrm>
          </p:grpSpPr>
          <p:pic>
            <p:nvPicPr>
              <p:cNvPr id="34" name="Shape 90" descr="Imagen relacionada">
                <a:extLst>
                  <a:ext uri="{FF2B5EF4-FFF2-40B4-BE49-F238E27FC236}">
                    <a16:creationId xmlns:a16="http://schemas.microsoft.com/office/drawing/2014/main" id="{BF768C7E-DE01-55AC-D878-48A53FB52E89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660722" y="4082960"/>
                <a:ext cx="2019306" cy="11225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" name="Shape 91" descr="Imagen relacionada">
                <a:extLst>
                  <a:ext uri="{FF2B5EF4-FFF2-40B4-BE49-F238E27FC236}">
                    <a16:creationId xmlns:a16="http://schemas.microsoft.com/office/drawing/2014/main" id="{2D4A0668-77CB-F979-EEF6-F737FF46167B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t="5000" b="14850"/>
              <a:stretch/>
            </p:blipFill>
            <p:spPr>
              <a:xfrm>
                <a:off x="5046215" y="4697974"/>
                <a:ext cx="1841156" cy="14051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" name="Shape 92">
                <a:extLst>
                  <a:ext uri="{FF2B5EF4-FFF2-40B4-BE49-F238E27FC236}">
                    <a16:creationId xmlns:a16="http://schemas.microsoft.com/office/drawing/2014/main" id="{C9A06E7A-CC43-D1A1-9AD0-1D279076BA85}"/>
                  </a:ext>
                </a:extLst>
              </p:cNvPr>
              <p:cNvSpPr/>
              <p:nvPr/>
            </p:nvSpPr>
            <p:spPr>
              <a:xfrm>
                <a:off x="1364214" y="2214783"/>
                <a:ext cx="2894122" cy="1200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ES" sz="12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Gestionamos nuestros riesgos y oportunidades para anticiparnos a las necesidades de nuestros clientes y evitar situaciones que pongan en riesgo la estabilidad de nuestros procesos y la calidad de nuestros productos</a:t>
                </a:r>
              </a:p>
            </p:txBody>
          </p:sp>
          <p:sp>
            <p:nvSpPr>
              <p:cNvPr id="37" name="Shape 93">
                <a:extLst>
                  <a:ext uri="{FF2B5EF4-FFF2-40B4-BE49-F238E27FC236}">
                    <a16:creationId xmlns:a16="http://schemas.microsoft.com/office/drawing/2014/main" id="{F777F03F-4909-056C-3F12-A3C3E0211055}"/>
                  </a:ext>
                </a:extLst>
              </p:cNvPr>
              <p:cNvSpPr/>
              <p:nvPr/>
            </p:nvSpPr>
            <p:spPr>
              <a:xfrm>
                <a:off x="7795254" y="5233722"/>
                <a:ext cx="2368078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ES" sz="12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Cumplimos con los requisitos legales y reglamentarios que le aplican a la empresa.</a:t>
                </a:r>
              </a:p>
            </p:txBody>
          </p:sp>
          <p:sp>
            <p:nvSpPr>
              <p:cNvPr id="38" name="Shape 94">
                <a:extLst>
                  <a:ext uri="{FF2B5EF4-FFF2-40B4-BE49-F238E27FC236}">
                    <a16:creationId xmlns:a16="http://schemas.microsoft.com/office/drawing/2014/main" id="{4D7C02DF-C199-A1E0-84B3-0FB15FB2E6CD}"/>
                  </a:ext>
                </a:extLst>
              </p:cNvPr>
              <p:cNvSpPr/>
              <p:nvPr/>
            </p:nvSpPr>
            <p:spPr>
              <a:xfrm>
                <a:off x="4035767" y="6075477"/>
                <a:ext cx="3756096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ES" sz="12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Trabajamos en un ambiente que promueve la excelencia y la mejora continua, fomentando el desarrollo y la motivación de nuestro talento humano.</a:t>
                </a:r>
              </a:p>
            </p:txBody>
          </p:sp>
          <p:sp>
            <p:nvSpPr>
              <p:cNvPr id="39" name="Shape 95">
                <a:extLst>
                  <a:ext uri="{FF2B5EF4-FFF2-40B4-BE49-F238E27FC236}">
                    <a16:creationId xmlns:a16="http://schemas.microsoft.com/office/drawing/2014/main" id="{EDAC9D92-1F6E-BA03-2825-73DA42E71A99}"/>
                  </a:ext>
                </a:extLst>
              </p:cNvPr>
              <p:cNvSpPr/>
              <p:nvPr/>
            </p:nvSpPr>
            <p:spPr>
              <a:xfrm>
                <a:off x="1411082" y="5233721"/>
                <a:ext cx="262468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ES" sz="12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Desarrollamos relaciones duraderas y de mutuo beneficio con clientes, proveedores y empleados.</a:t>
                </a:r>
              </a:p>
            </p:txBody>
          </p:sp>
          <p:sp>
            <p:nvSpPr>
              <p:cNvPr id="40" name="Shape 96">
                <a:extLst>
                  <a:ext uri="{FF2B5EF4-FFF2-40B4-BE49-F238E27FC236}">
                    <a16:creationId xmlns:a16="http://schemas.microsoft.com/office/drawing/2014/main" id="{A1B666CD-A95C-CD7C-CCA0-53F8936964C9}"/>
                  </a:ext>
                </a:extLst>
              </p:cNvPr>
              <p:cNvSpPr/>
              <p:nvPr/>
            </p:nvSpPr>
            <p:spPr>
              <a:xfrm>
                <a:off x="8709776" y="2490903"/>
                <a:ext cx="2307937" cy="10156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ES" sz="1200" b="1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Evaluamos y controlamos el desempeño de nuestros procesos haciendo énfasis en el cumplimiento de estándares de calidad.</a:t>
                </a:r>
              </a:p>
            </p:txBody>
          </p:sp>
          <p:pic>
            <p:nvPicPr>
              <p:cNvPr id="41" name="Shape 97" descr="Imagen relacionada">
                <a:extLst>
                  <a:ext uri="{FF2B5EF4-FFF2-40B4-BE49-F238E27FC236}">
                    <a16:creationId xmlns:a16="http://schemas.microsoft.com/office/drawing/2014/main" id="{72B1D6C9-43CE-A769-CDBF-4FF9D7D59F36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l="4579" t="12743" r="1891" b="4861"/>
              <a:stretch/>
            </p:blipFill>
            <p:spPr>
              <a:xfrm>
                <a:off x="8022887" y="3893415"/>
                <a:ext cx="1918919" cy="121421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" name="Shape 101">
                <a:extLst>
                  <a:ext uri="{FF2B5EF4-FFF2-40B4-BE49-F238E27FC236}">
                    <a16:creationId xmlns:a16="http://schemas.microsoft.com/office/drawing/2014/main" id="{1A1B78CB-7483-ABD4-B727-D89CE52748E0}"/>
                  </a:ext>
                </a:extLst>
              </p:cNvPr>
              <p:cNvSpPr/>
              <p:nvPr/>
            </p:nvSpPr>
            <p:spPr>
              <a:xfrm>
                <a:off x="4829591" y="1584539"/>
                <a:ext cx="223339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SzPct val="25000"/>
                  <a:buNone/>
                </a:pPr>
                <a:r>
                  <a:rPr lang="es-ES" sz="1200" b="1" i="0" u="none" strike="noStrike" cap="none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Estamos comprometidos con la calidad de nuestros productos y la satisfacción de  nuestros clientes</a:t>
                </a:r>
              </a:p>
            </p:txBody>
          </p:sp>
          <p:sp>
            <p:nvSpPr>
              <p:cNvPr id="44" name="Shape 102">
                <a:extLst>
                  <a:ext uri="{FF2B5EF4-FFF2-40B4-BE49-F238E27FC236}">
                    <a16:creationId xmlns:a16="http://schemas.microsoft.com/office/drawing/2014/main" id="{35D3236A-2DE9-438B-AFB7-544CA5A223A8}"/>
                  </a:ext>
                </a:extLst>
              </p:cNvPr>
              <p:cNvSpPr/>
              <p:nvPr/>
            </p:nvSpPr>
            <p:spPr>
              <a:xfrm rot="-1140000">
                <a:off x="8040853" y="1946232"/>
                <a:ext cx="731520" cy="182880"/>
              </a:xfrm>
              <a:prstGeom prst="rect">
                <a:avLst/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Shape 103">
                <a:extLst>
                  <a:ext uri="{FF2B5EF4-FFF2-40B4-BE49-F238E27FC236}">
                    <a16:creationId xmlns:a16="http://schemas.microsoft.com/office/drawing/2014/main" id="{0B375C19-9383-9D8B-9EA6-22AAC5FADA09}"/>
                  </a:ext>
                </a:extLst>
              </p:cNvPr>
              <p:cNvSpPr/>
              <p:nvPr/>
            </p:nvSpPr>
            <p:spPr>
              <a:xfrm rot="4395832">
                <a:off x="4793550" y="1210844"/>
                <a:ext cx="2841695" cy="6330788"/>
              </a:xfrm>
              <a:prstGeom prst="curvedLeftArrow">
                <a:avLst>
                  <a:gd name="adj1" fmla="val 25000"/>
                  <a:gd name="adj2" fmla="val 50000"/>
                  <a:gd name="adj3" fmla="val 25000"/>
                </a:avLst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Shape 104">
                <a:extLst>
                  <a:ext uri="{FF2B5EF4-FFF2-40B4-BE49-F238E27FC236}">
                    <a16:creationId xmlns:a16="http://schemas.microsoft.com/office/drawing/2014/main" id="{3D9F6EB6-1B6B-E592-F711-D5226EDEF52B}"/>
                  </a:ext>
                </a:extLst>
              </p:cNvPr>
              <p:cNvSpPr/>
              <p:nvPr/>
            </p:nvSpPr>
            <p:spPr>
              <a:xfrm rot="-2100000">
                <a:off x="7631094" y="1138045"/>
                <a:ext cx="731520" cy="182880"/>
              </a:xfrm>
              <a:prstGeom prst="rect">
                <a:avLst/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Shape 105">
                <a:extLst>
                  <a:ext uri="{FF2B5EF4-FFF2-40B4-BE49-F238E27FC236}">
                    <a16:creationId xmlns:a16="http://schemas.microsoft.com/office/drawing/2014/main" id="{C9E56036-E774-BA63-02C4-6B6DEC7774CE}"/>
                  </a:ext>
                </a:extLst>
              </p:cNvPr>
              <p:cNvSpPr/>
              <p:nvPr/>
            </p:nvSpPr>
            <p:spPr>
              <a:xfrm rot="-1500000">
                <a:off x="7941218" y="1643804"/>
                <a:ext cx="731520" cy="182880"/>
              </a:xfrm>
              <a:prstGeom prst="rect">
                <a:avLst/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Shape 106">
                <a:extLst>
                  <a:ext uri="{FF2B5EF4-FFF2-40B4-BE49-F238E27FC236}">
                    <a16:creationId xmlns:a16="http://schemas.microsoft.com/office/drawing/2014/main" id="{7E2C869D-49FD-0D3A-DDE7-491132A8F227}"/>
                  </a:ext>
                </a:extLst>
              </p:cNvPr>
              <p:cNvSpPr/>
              <p:nvPr/>
            </p:nvSpPr>
            <p:spPr>
              <a:xfrm rot="-1740000">
                <a:off x="7793726" y="1395752"/>
                <a:ext cx="731520" cy="182880"/>
              </a:xfrm>
              <a:prstGeom prst="rect">
                <a:avLst/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Shape 107">
                <a:extLst>
                  <a:ext uri="{FF2B5EF4-FFF2-40B4-BE49-F238E27FC236}">
                    <a16:creationId xmlns:a16="http://schemas.microsoft.com/office/drawing/2014/main" id="{F529375A-3537-05EA-087D-DA8944381E0C}"/>
                  </a:ext>
                </a:extLst>
              </p:cNvPr>
              <p:cNvSpPr/>
              <p:nvPr/>
            </p:nvSpPr>
            <p:spPr>
              <a:xfrm rot="-2400000">
                <a:off x="7475562" y="894859"/>
                <a:ext cx="731520" cy="182880"/>
              </a:xfrm>
              <a:prstGeom prst="rect">
                <a:avLst/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Shape 108">
                <a:extLst>
                  <a:ext uri="{FF2B5EF4-FFF2-40B4-BE49-F238E27FC236}">
                    <a16:creationId xmlns:a16="http://schemas.microsoft.com/office/drawing/2014/main" id="{89F281ED-A5EB-E572-7E7A-717273906F37}"/>
                  </a:ext>
                </a:extLst>
              </p:cNvPr>
              <p:cNvSpPr/>
              <p:nvPr/>
            </p:nvSpPr>
            <p:spPr>
              <a:xfrm rot="-2820000">
                <a:off x="7250603" y="680799"/>
                <a:ext cx="731520" cy="182880"/>
              </a:xfrm>
              <a:prstGeom prst="rect">
                <a:avLst/>
              </a:prstGeom>
              <a:solidFill>
                <a:schemeClr val="accent1">
                  <a:alpha val="14901"/>
                </a:schemeClr>
              </a:solidFill>
              <a:ln w="12700" cap="flat" cmpd="sng">
                <a:solidFill>
                  <a:srgbClr val="31538F">
                    <a:alpha val="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1" name="Shape 109" descr="Imagen relacionada">
                <a:extLst>
                  <a:ext uri="{FF2B5EF4-FFF2-40B4-BE49-F238E27FC236}">
                    <a16:creationId xmlns:a16="http://schemas.microsoft.com/office/drawing/2014/main" id="{730BD7DB-F01A-9A4F-332E-97A9E552229C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985311" y="1102101"/>
                <a:ext cx="1638549" cy="147813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2" name="Shape 110" descr="Imagen relacionada">
                <a:extLst>
                  <a:ext uri="{FF2B5EF4-FFF2-40B4-BE49-F238E27FC236}">
                    <a16:creationId xmlns:a16="http://schemas.microsoft.com/office/drawing/2014/main" id="{B4CF2F03-48D9-B536-FD25-A766B86BDAFC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l="13249" t="9933" r="12362" b="28158"/>
              <a:stretch/>
            </p:blipFill>
            <p:spPr>
              <a:xfrm>
                <a:off x="2013159" y="950647"/>
                <a:ext cx="1519060" cy="126425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" name="Shape 111">
              <a:extLst>
                <a:ext uri="{FF2B5EF4-FFF2-40B4-BE49-F238E27FC236}">
                  <a16:creationId xmlns:a16="http://schemas.microsoft.com/office/drawing/2014/main" id="{3B1C9102-4C44-6739-6758-398AC313A990}"/>
                </a:ext>
              </a:extLst>
            </p:cNvPr>
            <p:cNvGrpSpPr/>
            <p:nvPr/>
          </p:nvGrpSpPr>
          <p:grpSpPr>
            <a:xfrm>
              <a:off x="6752620" y="216304"/>
              <a:ext cx="1529699" cy="1380126"/>
              <a:chOff x="6907071" y="1130435"/>
              <a:chExt cx="2791192" cy="2563037"/>
            </a:xfrm>
          </p:grpSpPr>
          <p:pic>
            <p:nvPicPr>
              <p:cNvPr id="54" name="Shape 112" descr="Resultado de imagen para clientes satisfechos animados">
                <a:extLst>
                  <a:ext uri="{FF2B5EF4-FFF2-40B4-BE49-F238E27FC236}">
                    <a16:creationId xmlns:a16="http://schemas.microsoft.com/office/drawing/2014/main" id="{2F3D1FFA-18AD-5A7B-2AC1-B90C28812668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t="2000" b="4261"/>
              <a:stretch/>
            </p:blipFill>
            <p:spPr>
              <a:xfrm>
                <a:off x="6907071" y="1130435"/>
                <a:ext cx="2791192" cy="174111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Shape 113" descr="Resultado de imagen para clientes satisfechos animados">
                <a:extLst>
                  <a:ext uri="{FF2B5EF4-FFF2-40B4-BE49-F238E27FC236}">
                    <a16:creationId xmlns:a16="http://schemas.microsoft.com/office/drawing/2014/main" id="{ACD7DF8E-2E43-DEE8-1FFE-0D08F30EFC6E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l="12742" t="8121" r="11573"/>
              <a:stretch/>
            </p:blipFill>
            <p:spPr>
              <a:xfrm>
                <a:off x="7789255" y="2410618"/>
                <a:ext cx="1056761" cy="128285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E9924-4A69-2DB6-0DCE-096D4AAAD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22A6402-2916-A1B1-CB11-B7DD51F3BDA6}"/>
              </a:ext>
            </a:extLst>
          </p:cNvPr>
          <p:cNvGrpSpPr/>
          <p:nvPr/>
        </p:nvGrpSpPr>
        <p:grpSpPr>
          <a:xfrm>
            <a:off x="20" y="1282"/>
            <a:ext cx="12191980" cy="6856718"/>
            <a:chOff x="20" y="1282"/>
            <a:chExt cx="12191980" cy="6856718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3F5366F2-829B-A9A0-C8B1-35AE98B92F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648" b="-1"/>
            <a:stretch>
              <a:fillRect/>
            </a:stretch>
          </p:blipFill>
          <p:spPr>
            <a:xfrm>
              <a:off x="20" y="1282"/>
              <a:ext cx="12191980" cy="6856718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1547D36D-348C-265C-10EA-6B9104113245}"/>
                </a:ext>
              </a:extLst>
            </p:cNvPr>
            <p:cNvSpPr/>
            <p:nvPr/>
          </p:nvSpPr>
          <p:spPr>
            <a:xfrm>
              <a:off x="3016384" y="1070994"/>
              <a:ext cx="875826" cy="348035"/>
            </a:xfrm>
            <a:prstGeom prst="rect">
              <a:avLst/>
            </a:prstGeom>
            <a:solidFill>
              <a:srgbClr val="1B84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>
                  <a:latin typeface="Abadi" panose="020B0604020104020204" pitchFamily="34" charset="0"/>
                </a:rPr>
                <a:t>2026</a:t>
              </a:r>
              <a:endParaRPr lang="en-US" dirty="0">
                <a:latin typeface="Abadi" panose="020B06040201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461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E67BEE-25B8-15B3-7776-F0A2A8FB5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angle 17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68DEFD-8844-56F1-ADA2-7D693DA62A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94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0" advClick="0" advTm="20000"/>
    </mc:Choice>
    <mc:Fallback xmlns="">
      <p:transition spd="slow" advClick="0" advTm="20000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2611</TotalTime>
  <Words>548</Words>
  <Application>Microsoft Office PowerPoint</Application>
  <PresentationFormat>Panorámica</PresentationFormat>
  <Paragraphs>88</Paragraphs>
  <Slides>17</Slides>
  <Notes>14</Notes>
  <HiddenSlides>11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Abadi</vt:lpstr>
      <vt:lpstr>Aptos</vt:lpstr>
      <vt:lpstr>Aptos Display</vt:lpstr>
      <vt:lpstr>Arial</vt:lpstr>
      <vt:lpstr>Calibri</vt:lpstr>
      <vt:lpstr>Georgia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 Marin</dc:creator>
  <cp:lastModifiedBy>Cristian Marin</cp:lastModifiedBy>
  <cp:revision>1</cp:revision>
  <dcterms:created xsi:type="dcterms:W3CDTF">2025-03-25T21:06:44Z</dcterms:created>
  <dcterms:modified xsi:type="dcterms:W3CDTF">2026-09-09T12:00:19Z</dcterms:modified>
</cp:coreProperties>
</file>